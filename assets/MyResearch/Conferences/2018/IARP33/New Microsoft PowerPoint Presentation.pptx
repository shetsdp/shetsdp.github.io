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28803600" cy="35999738"/>
  <p:notesSz cx="6858000" cy="9144000"/>
  <p:defaultTextStyle>
    <a:defPPr>
      <a:defRPr lang="en-US"/>
    </a:defPPr>
    <a:lvl1pPr marL="0" algn="l" defTabSz="3110553" rtl="0" eaLnBrk="1" latinLnBrk="0" hangingPunct="1">
      <a:defRPr sz="6126" kern="1200">
        <a:solidFill>
          <a:schemeClr val="tx1"/>
        </a:solidFill>
        <a:latin typeface="+mn-lt"/>
        <a:ea typeface="+mn-ea"/>
        <a:cs typeface="+mn-cs"/>
      </a:defRPr>
    </a:lvl1pPr>
    <a:lvl2pPr marL="1555273" algn="l" defTabSz="3110553" rtl="0" eaLnBrk="1" latinLnBrk="0" hangingPunct="1">
      <a:defRPr sz="6126" kern="1200">
        <a:solidFill>
          <a:schemeClr val="tx1"/>
        </a:solidFill>
        <a:latin typeface="+mn-lt"/>
        <a:ea typeface="+mn-ea"/>
        <a:cs typeface="+mn-cs"/>
      </a:defRPr>
    </a:lvl2pPr>
    <a:lvl3pPr marL="3110553" algn="l" defTabSz="3110553" rtl="0" eaLnBrk="1" latinLnBrk="0" hangingPunct="1">
      <a:defRPr sz="6126" kern="1200">
        <a:solidFill>
          <a:schemeClr val="tx1"/>
        </a:solidFill>
        <a:latin typeface="+mn-lt"/>
        <a:ea typeface="+mn-ea"/>
        <a:cs typeface="+mn-cs"/>
      </a:defRPr>
    </a:lvl3pPr>
    <a:lvl4pPr marL="4665826" algn="l" defTabSz="3110553" rtl="0" eaLnBrk="1" latinLnBrk="0" hangingPunct="1">
      <a:defRPr sz="6126" kern="1200">
        <a:solidFill>
          <a:schemeClr val="tx1"/>
        </a:solidFill>
        <a:latin typeface="+mn-lt"/>
        <a:ea typeface="+mn-ea"/>
        <a:cs typeface="+mn-cs"/>
      </a:defRPr>
    </a:lvl4pPr>
    <a:lvl5pPr marL="6221107" algn="l" defTabSz="3110553" rtl="0" eaLnBrk="1" latinLnBrk="0" hangingPunct="1">
      <a:defRPr sz="6126" kern="1200">
        <a:solidFill>
          <a:schemeClr val="tx1"/>
        </a:solidFill>
        <a:latin typeface="+mn-lt"/>
        <a:ea typeface="+mn-ea"/>
        <a:cs typeface="+mn-cs"/>
      </a:defRPr>
    </a:lvl5pPr>
    <a:lvl6pPr marL="7776379" algn="l" defTabSz="3110553" rtl="0" eaLnBrk="1" latinLnBrk="0" hangingPunct="1">
      <a:defRPr sz="6126" kern="1200">
        <a:solidFill>
          <a:schemeClr val="tx1"/>
        </a:solidFill>
        <a:latin typeface="+mn-lt"/>
        <a:ea typeface="+mn-ea"/>
        <a:cs typeface="+mn-cs"/>
      </a:defRPr>
    </a:lvl6pPr>
    <a:lvl7pPr marL="9331652" algn="l" defTabSz="3110553" rtl="0" eaLnBrk="1" latinLnBrk="0" hangingPunct="1">
      <a:defRPr sz="6126" kern="1200">
        <a:solidFill>
          <a:schemeClr val="tx1"/>
        </a:solidFill>
        <a:latin typeface="+mn-lt"/>
        <a:ea typeface="+mn-ea"/>
        <a:cs typeface="+mn-cs"/>
      </a:defRPr>
    </a:lvl7pPr>
    <a:lvl8pPr marL="10886933" algn="l" defTabSz="3110553" rtl="0" eaLnBrk="1" latinLnBrk="0" hangingPunct="1">
      <a:defRPr sz="6126" kern="1200">
        <a:solidFill>
          <a:schemeClr val="tx1"/>
        </a:solidFill>
        <a:latin typeface="+mn-lt"/>
        <a:ea typeface="+mn-ea"/>
        <a:cs typeface="+mn-cs"/>
      </a:defRPr>
    </a:lvl8pPr>
    <a:lvl9pPr marL="12442206" algn="l" defTabSz="3110553" rtl="0" eaLnBrk="1" latinLnBrk="0" hangingPunct="1">
      <a:defRPr sz="6126"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45D0"/>
    <a:srgbClr val="4D8B99"/>
    <a:srgbClr val="63A2B1"/>
    <a:srgbClr val="97E9A5"/>
    <a:srgbClr val="80E491"/>
    <a:srgbClr val="001848"/>
    <a:srgbClr val="C0002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6397" autoAdjust="0"/>
    <p:restoredTop sz="94660"/>
  </p:normalViewPr>
  <p:slideViewPr>
    <p:cSldViewPr snapToGrid="0" showGuides="1">
      <p:cViewPr>
        <p:scale>
          <a:sx n="33" d="100"/>
          <a:sy n="33" d="100"/>
        </p:scale>
        <p:origin x="900" y="-2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600450" y="5891630"/>
            <a:ext cx="21602700" cy="12533255"/>
          </a:xfrm>
        </p:spPr>
        <p:txBody>
          <a:bodyPr anchor="b"/>
          <a:lstStyle>
            <a:lvl1pPr algn="ctr">
              <a:defRPr sz="23625"/>
            </a:lvl1pPr>
          </a:lstStyle>
          <a:p>
            <a:r>
              <a:rPr lang="en-US" smtClean="0"/>
              <a:t>Click to edit Master title style</a:t>
            </a:r>
            <a:endParaRPr lang="en-US"/>
          </a:p>
        </p:txBody>
      </p:sp>
      <p:sp>
        <p:nvSpPr>
          <p:cNvPr id="3" name="Subtitle 2"/>
          <p:cNvSpPr>
            <a:spLocks noGrp="1"/>
          </p:cNvSpPr>
          <p:nvPr>
            <p:ph type="subTitle" idx="1"/>
          </p:nvPr>
        </p:nvSpPr>
        <p:spPr>
          <a:xfrm>
            <a:off x="3600450" y="18908209"/>
            <a:ext cx="21602700" cy="8691590"/>
          </a:xfrm>
        </p:spPr>
        <p:txBody>
          <a:bodyPr/>
          <a:lstStyle>
            <a:lvl1pPr marL="0" indent="0" algn="ctr">
              <a:buNone/>
              <a:defRPr sz="9450"/>
            </a:lvl1pPr>
            <a:lvl2pPr marL="1800225" indent="0" algn="ctr">
              <a:buNone/>
              <a:defRPr sz="7875"/>
            </a:lvl2pPr>
            <a:lvl3pPr marL="3600450" indent="0" algn="ctr">
              <a:buNone/>
              <a:defRPr sz="7088"/>
            </a:lvl3pPr>
            <a:lvl4pPr marL="5400675" indent="0" algn="ctr">
              <a:buNone/>
              <a:defRPr sz="6300"/>
            </a:lvl4pPr>
            <a:lvl5pPr marL="7200900" indent="0" algn="ctr">
              <a:buNone/>
              <a:defRPr sz="6300"/>
            </a:lvl5pPr>
            <a:lvl6pPr marL="9001125" indent="0" algn="ctr">
              <a:buNone/>
              <a:defRPr sz="6300"/>
            </a:lvl6pPr>
            <a:lvl7pPr marL="10801350" indent="0" algn="ctr">
              <a:buNone/>
              <a:defRPr sz="6300"/>
            </a:lvl7pPr>
            <a:lvl8pPr marL="12601575" indent="0" algn="ctr">
              <a:buNone/>
              <a:defRPr sz="6300"/>
            </a:lvl8pPr>
            <a:lvl9pPr marL="14401800" indent="0" algn="ctr">
              <a:buNone/>
              <a:defRPr sz="63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A7DFE5C-0D67-45D8-A7C7-F46F9C45B0CC}" type="datetimeFigureOut">
              <a:rPr lang="en-US" smtClean="0"/>
              <a:t>1/5/2018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4005DFC-D57A-43B2-9531-FE905E9B209E}" type="slidenum">
              <a:rPr lang="en-US" smtClean="0"/>
              <a:t>‹#›</a:t>
            </a:fld>
            <a:endParaRPr lang="en-US" dirty="0"/>
          </a:p>
        </p:txBody>
      </p:sp>
    </p:spTree>
    <p:extLst>
      <p:ext uri="{BB962C8B-B14F-4D97-AF65-F5344CB8AC3E}">
        <p14:creationId xmlns:p14="http://schemas.microsoft.com/office/powerpoint/2010/main" val="14808704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A7DFE5C-0D67-45D8-A7C7-F46F9C45B0CC}" type="datetimeFigureOut">
              <a:rPr lang="en-US" smtClean="0"/>
              <a:t>1/5/2018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4005DFC-D57A-43B2-9531-FE905E9B209E}" type="slidenum">
              <a:rPr lang="en-US" smtClean="0"/>
              <a:t>‹#›</a:t>
            </a:fld>
            <a:endParaRPr lang="en-US" dirty="0"/>
          </a:p>
        </p:txBody>
      </p:sp>
    </p:spTree>
    <p:extLst>
      <p:ext uri="{BB962C8B-B14F-4D97-AF65-F5344CB8AC3E}">
        <p14:creationId xmlns:p14="http://schemas.microsoft.com/office/powerpoint/2010/main" val="10323606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65246" y="8974954"/>
            <a:ext cx="24843105" cy="14974891"/>
          </a:xfrm>
        </p:spPr>
        <p:txBody>
          <a:bodyPr anchor="b"/>
          <a:lstStyle>
            <a:lvl1pPr>
              <a:defRPr sz="23625"/>
            </a:lvl1pPr>
          </a:lstStyle>
          <a:p>
            <a:r>
              <a:rPr lang="en-US" smtClean="0"/>
              <a:t>Click to edit Master title style</a:t>
            </a:r>
            <a:endParaRPr lang="en-US"/>
          </a:p>
        </p:txBody>
      </p:sp>
      <p:sp>
        <p:nvSpPr>
          <p:cNvPr id="3" name="Text Placeholder 2"/>
          <p:cNvSpPr>
            <a:spLocks noGrp="1"/>
          </p:cNvSpPr>
          <p:nvPr>
            <p:ph type="body" idx="1"/>
          </p:nvPr>
        </p:nvSpPr>
        <p:spPr>
          <a:xfrm>
            <a:off x="1965246" y="24091498"/>
            <a:ext cx="24843105" cy="7874943"/>
          </a:xfrm>
        </p:spPr>
        <p:txBody>
          <a:bodyPr/>
          <a:lstStyle>
            <a:lvl1pPr marL="0" indent="0">
              <a:buNone/>
              <a:defRPr sz="9450">
                <a:solidFill>
                  <a:schemeClr val="tx1">
                    <a:tint val="75000"/>
                  </a:schemeClr>
                </a:solidFill>
              </a:defRPr>
            </a:lvl1pPr>
            <a:lvl2pPr marL="1800225" indent="0">
              <a:buNone/>
              <a:defRPr sz="7875">
                <a:solidFill>
                  <a:schemeClr val="tx1">
                    <a:tint val="75000"/>
                  </a:schemeClr>
                </a:solidFill>
              </a:defRPr>
            </a:lvl2pPr>
            <a:lvl3pPr marL="3600450" indent="0">
              <a:buNone/>
              <a:defRPr sz="7088">
                <a:solidFill>
                  <a:schemeClr val="tx1">
                    <a:tint val="75000"/>
                  </a:schemeClr>
                </a:solidFill>
              </a:defRPr>
            </a:lvl3pPr>
            <a:lvl4pPr marL="5400675" indent="0">
              <a:buNone/>
              <a:defRPr sz="6300">
                <a:solidFill>
                  <a:schemeClr val="tx1">
                    <a:tint val="75000"/>
                  </a:schemeClr>
                </a:solidFill>
              </a:defRPr>
            </a:lvl4pPr>
            <a:lvl5pPr marL="7200900" indent="0">
              <a:buNone/>
              <a:defRPr sz="6300">
                <a:solidFill>
                  <a:schemeClr val="tx1">
                    <a:tint val="75000"/>
                  </a:schemeClr>
                </a:solidFill>
              </a:defRPr>
            </a:lvl5pPr>
            <a:lvl6pPr marL="9001125" indent="0">
              <a:buNone/>
              <a:defRPr sz="6300">
                <a:solidFill>
                  <a:schemeClr val="tx1">
                    <a:tint val="75000"/>
                  </a:schemeClr>
                </a:solidFill>
              </a:defRPr>
            </a:lvl6pPr>
            <a:lvl7pPr marL="10801350" indent="0">
              <a:buNone/>
              <a:defRPr sz="6300">
                <a:solidFill>
                  <a:schemeClr val="tx1">
                    <a:tint val="75000"/>
                  </a:schemeClr>
                </a:solidFill>
              </a:defRPr>
            </a:lvl7pPr>
            <a:lvl8pPr marL="12601575" indent="0">
              <a:buNone/>
              <a:defRPr sz="6300">
                <a:solidFill>
                  <a:schemeClr val="tx1">
                    <a:tint val="75000"/>
                  </a:schemeClr>
                </a:solidFill>
              </a:defRPr>
            </a:lvl8pPr>
            <a:lvl9pPr marL="14401800" indent="0">
              <a:buNone/>
              <a:defRPr sz="63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A7DFE5C-0D67-45D8-A7C7-F46F9C45B0CC}" type="datetimeFigureOut">
              <a:rPr lang="en-US" smtClean="0"/>
              <a:t>1/5/2018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4005DFC-D57A-43B2-9531-FE905E9B209E}" type="slidenum">
              <a:rPr lang="en-US" smtClean="0"/>
              <a:t>‹#›</a:t>
            </a:fld>
            <a:endParaRPr lang="en-US" dirty="0"/>
          </a:p>
        </p:txBody>
      </p:sp>
    </p:spTree>
    <p:extLst>
      <p:ext uri="{BB962C8B-B14F-4D97-AF65-F5344CB8AC3E}">
        <p14:creationId xmlns:p14="http://schemas.microsoft.com/office/powerpoint/2010/main" val="13441787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1188903" y="1274991"/>
            <a:ext cx="7272157" cy="304997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8821102" y="1274991"/>
            <a:ext cx="7272161" cy="304997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A7DFE5C-0D67-45D8-A7C7-F46F9C45B0CC}" type="datetimeFigureOut">
              <a:rPr lang="en-US" smtClean="0"/>
              <a:t>1/5/2018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4005DFC-D57A-43B2-9531-FE905E9B209E}" type="slidenum">
              <a:rPr lang="en-US" smtClean="0"/>
              <a:t>‹#›</a:t>
            </a:fld>
            <a:endParaRPr lang="en-US" dirty="0"/>
          </a:p>
        </p:txBody>
      </p:sp>
    </p:spTree>
    <p:extLst>
      <p:ext uri="{BB962C8B-B14F-4D97-AF65-F5344CB8AC3E}">
        <p14:creationId xmlns:p14="http://schemas.microsoft.com/office/powerpoint/2010/main" val="37434142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984000" y="1916640"/>
            <a:ext cx="24843105" cy="6958296"/>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1984000" y="8824955"/>
            <a:ext cx="12185271" cy="4324969"/>
          </a:xfrm>
        </p:spPr>
        <p:txBody>
          <a:bodyPr anchor="b"/>
          <a:lstStyle>
            <a:lvl1pPr marL="0" indent="0">
              <a:buNone/>
              <a:defRPr sz="9450" b="1"/>
            </a:lvl1pPr>
            <a:lvl2pPr marL="1800225" indent="0">
              <a:buNone/>
              <a:defRPr sz="7875" b="1"/>
            </a:lvl2pPr>
            <a:lvl3pPr marL="3600450" indent="0">
              <a:buNone/>
              <a:defRPr sz="7088" b="1"/>
            </a:lvl3pPr>
            <a:lvl4pPr marL="5400675" indent="0">
              <a:buNone/>
              <a:defRPr sz="6300" b="1"/>
            </a:lvl4pPr>
            <a:lvl5pPr marL="7200900" indent="0">
              <a:buNone/>
              <a:defRPr sz="6300" b="1"/>
            </a:lvl5pPr>
            <a:lvl6pPr marL="9001125" indent="0">
              <a:buNone/>
              <a:defRPr sz="6300" b="1"/>
            </a:lvl6pPr>
            <a:lvl7pPr marL="10801350" indent="0">
              <a:buNone/>
              <a:defRPr sz="6300" b="1"/>
            </a:lvl7pPr>
            <a:lvl8pPr marL="12601575" indent="0">
              <a:buNone/>
              <a:defRPr sz="6300" b="1"/>
            </a:lvl8pPr>
            <a:lvl9pPr marL="14401800" indent="0">
              <a:buNone/>
              <a:defRPr sz="6300" b="1"/>
            </a:lvl9pPr>
          </a:lstStyle>
          <a:p>
            <a:pPr lvl="0"/>
            <a:r>
              <a:rPr lang="en-US" smtClean="0"/>
              <a:t>Click to edit Master text styles</a:t>
            </a:r>
          </a:p>
        </p:txBody>
      </p:sp>
      <p:sp>
        <p:nvSpPr>
          <p:cNvPr id="4" name="Content Placeholder 3"/>
          <p:cNvSpPr>
            <a:spLocks noGrp="1"/>
          </p:cNvSpPr>
          <p:nvPr>
            <p:ph sz="half" idx="2"/>
          </p:nvPr>
        </p:nvSpPr>
        <p:spPr>
          <a:xfrm>
            <a:off x="1984000" y="13149904"/>
            <a:ext cx="12185271" cy="1934151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14581825" y="8824955"/>
            <a:ext cx="12245282" cy="4324969"/>
          </a:xfrm>
        </p:spPr>
        <p:txBody>
          <a:bodyPr anchor="b"/>
          <a:lstStyle>
            <a:lvl1pPr marL="0" indent="0">
              <a:buNone/>
              <a:defRPr sz="9450" b="1"/>
            </a:lvl1pPr>
            <a:lvl2pPr marL="1800225" indent="0">
              <a:buNone/>
              <a:defRPr sz="7875" b="1"/>
            </a:lvl2pPr>
            <a:lvl3pPr marL="3600450" indent="0">
              <a:buNone/>
              <a:defRPr sz="7088" b="1"/>
            </a:lvl3pPr>
            <a:lvl4pPr marL="5400675" indent="0">
              <a:buNone/>
              <a:defRPr sz="6300" b="1"/>
            </a:lvl4pPr>
            <a:lvl5pPr marL="7200900" indent="0">
              <a:buNone/>
              <a:defRPr sz="6300" b="1"/>
            </a:lvl5pPr>
            <a:lvl6pPr marL="9001125" indent="0">
              <a:buNone/>
              <a:defRPr sz="6300" b="1"/>
            </a:lvl6pPr>
            <a:lvl7pPr marL="10801350" indent="0">
              <a:buNone/>
              <a:defRPr sz="6300" b="1"/>
            </a:lvl7pPr>
            <a:lvl8pPr marL="12601575" indent="0">
              <a:buNone/>
              <a:defRPr sz="6300" b="1"/>
            </a:lvl8pPr>
            <a:lvl9pPr marL="14401800" indent="0">
              <a:buNone/>
              <a:defRPr sz="6300" b="1"/>
            </a:lvl9pPr>
          </a:lstStyle>
          <a:p>
            <a:pPr lvl="0"/>
            <a:r>
              <a:rPr lang="en-US" smtClean="0"/>
              <a:t>Click to edit Master text styles</a:t>
            </a:r>
          </a:p>
        </p:txBody>
      </p:sp>
      <p:sp>
        <p:nvSpPr>
          <p:cNvPr id="6" name="Content Placeholder 5"/>
          <p:cNvSpPr>
            <a:spLocks noGrp="1"/>
          </p:cNvSpPr>
          <p:nvPr>
            <p:ph sz="quarter" idx="4"/>
          </p:nvPr>
        </p:nvSpPr>
        <p:spPr>
          <a:xfrm>
            <a:off x="14581825" y="13149904"/>
            <a:ext cx="12245282" cy="1934151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A7DFE5C-0D67-45D8-A7C7-F46F9C45B0CC}" type="datetimeFigureOut">
              <a:rPr lang="en-US" smtClean="0"/>
              <a:t>1/5/2018</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54005DFC-D57A-43B2-9531-FE905E9B209E}" type="slidenum">
              <a:rPr lang="en-US" smtClean="0"/>
              <a:t>‹#›</a:t>
            </a:fld>
            <a:endParaRPr lang="en-US" dirty="0"/>
          </a:p>
        </p:txBody>
      </p:sp>
    </p:spTree>
    <p:extLst>
      <p:ext uri="{BB962C8B-B14F-4D97-AF65-F5344CB8AC3E}">
        <p14:creationId xmlns:p14="http://schemas.microsoft.com/office/powerpoint/2010/main" val="13794828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A7DFE5C-0D67-45D8-A7C7-F46F9C45B0CC}" type="datetimeFigureOut">
              <a:rPr lang="en-US" smtClean="0"/>
              <a:t>1/5/2018</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54005DFC-D57A-43B2-9531-FE905E9B209E}" type="slidenum">
              <a:rPr lang="en-US" smtClean="0"/>
              <a:t>‹#›</a:t>
            </a:fld>
            <a:endParaRPr lang="en-US" dirty="0"/>
          </a:p>
        </p:txBody>
      </p:sp>
    </p:spTree>
    <p:extLst>
      <p:ext uri="{BB962C8B-B14F-4D97-AF65-F5344CB8AC3E}">
        <p14:creationId xmlns:p14="http://schemas.microsoft.com/office/powerpoint/2010/main" val="39298273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A7DFE5C-0D67-45D8-A7C7-F46F9C45B0CC}" type="datetimeFigureOut">
              <a:rPr lang="en-US" smtClean="0"/>
              <a:t>1/5/2018</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54005DFC-D57A-43B2-9531-FE905E9B209E}" type="slidenum">
              <a:rPr lang="en-US" smtClean="0"/>
              <a:t>‹#›</a:t>
            </a:fld>
            <a:endParaRPr lang="en-US" dirty="0"/>
          </a:p>
        </p:txBody>
      </p:sp>
    </p:spTree>
    <p:extLst>
      <p:ext uri="{BB962C8B-B14F-4D97-AF65-F5344CB8AC3E}">
        <p14:creationId xmlns:p14="http://schemas.microsoft.com/office/powerpoint/2010/main" val="17254802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84000" y="2399982"/>
            <a:ext cx="9289909" cy="8399939"/>
          </a:xfrm>
        </p:spPr>
        <p:txBody>
          <a:bodyPr anchor="b"/>
          <a:lstStyle>
            <a:lvl1pPr>
              <a:defRPr sz="12600"/>
            </a:lvl1pPr>
          </a:lstStyle>
          <a:p>
            <a:r>
              <a:rPr lang="en-US" smtClean="0"/>
              <a:t>Click to edit Master title style</a:t>
            </a:r>
            <a:endParaRPr lang="en-US"/>
          </a:p>
        </p:txBody>
      </p:sp>
      <p:sp>
        <p:nvSpPr>
          <p:cNvPr id="3" name="Content Placeholder 2"/>
          <p:cNvSpPr>
            <a:spLocks noGrp="1"/>
          </p:cNvSpPr>
          <p:nvPr>
            <p:ph idx="1"/>
          </p:nvPr>
        </p:nvSpPr>
        <p:spPr>
          <a:xfrm>
            <a:off x="12245282" y="5183329"/>
            <a:ext cx="14581823" cy="25583160"/>
          </a:xfrm>
        </p:spPr>
        <p:txBody>
          <a:bodyPr/>
          <a:lstStyle>
            <a:lvl1pPr>
              <a:defRPr sz="12600"/>
            </a:lvl1pPr>
            <a:lvl2pPr>
              <a:defRPr sz="11025"/>
            </a:lvl2pPr>
            <a:lvl3pPr>
              <a:defRPr sz="9450"/>
            </a:lvl3pPr>
            <a:lvl4pPr>
              <a:defRPr sz="7875"/>
            </a:lvl4pPr>
            <a:lvl5pPr>
              <a:defRPr sz="7875"/>
            </a:lvl5pPr>
            <a:lvl6pPr>
              <a:defRPr sz="7875"/>
            </a:lvl6pPr>
            <a:lvl7pPr>
              <a:defRPr sz="7875"/>
            </a:lvl7pPr>
            <a:lvl8pPr>
              <a:defRPr sz="7875"/>
            </a:lvl8pPr>
            <a:lvl9pPr>
              <a:defRPr sz="7875"/>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1984000" y="10799921"/>
            <a:ext cx="9289909" cy="20008201"/>
          </a:xfrm>
        </p:spPr>
        <p:txBody>
          <a:bodyPr/>
          <a:lstStyle>
            <a:lvl1pPr marL="0" indent="0">
              <a:buNone/>
              <a:defRPr sz="6300"/>
            </a:lvl1pPr>
            <a:lvl2pPr marL="1800225" indent="0">
              <a:buNone/>
              <a:defRPr sz="5513"/>
            </a:lvl2pPr>
            <a:lvl3pPr marL="3600450" indent="0">
              <a:buNone/>
              <a:defRPr sz="4725"/>
            </a:lvl3pPr>
            <a:lvl4pPr marL="5400675" indent="0">
              <a:buNone/>
              <a:defRPr sz="3938"/>
            </a:lvl4pPr>
            <a:lvl5pPr marL="7200900" indent="0">
              <a:buNone/>
              <a:defRPr sz="3938"/>
            </a:lvl5pPr>
            <a:lvl6pPr marL="9001125" indent="0">
              <a:buNone/>
              <a:defRPr sz="3938"/>
            </a:lvl6pPr>
            <a:lvl7pPr marL="10801350" indent="0">
              <a:buNone/>
              <a:defRPr sz="3938"/>
            </a:lvl7pPr>
            <a:lvl8pPr marL="12601575" indent="0">
              <a:buNone/>
              <a:defRPr sz="3938"/>
            </a:lvl8pPr>
            <a:lvl9pPr marL="14401800" indent="0">
              <a:buNone/>
              <a:defRPr sz="3938"/>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A7DFE5C-0D67-45D8-A7C7-F46F9C45B0CC}" type="datetimeFigureOut">
              <a:rPr lang="en-US" smtClean="0"/>
              <a:t>1/5/2018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4005DFC-D57A-43B2-9531-FE905E9B209E}" type="slidenum">
              <a:rPr lang="en-US" smtClean="0"/>
              <a:t>‹#›</a:t>
            </a:fld>
            <a:endParaRPr lang="en-US" dirty="0"/>
          </a:p>
        </p:txBody>
      </p:sp>
    </p:spTree>
    <p:extLst>
      <p:ext uri="{BB962C8B-B14F-4D97-AF65-F5344CB8AC3E}">
        <p14:creationId xmlns:p14="http://schemas.microsoft.com/office/powerpoint/2010/main" val="10705493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84000" y="2399982"/>
            <a:ext cx="9289909" cy="8399939"/>
          </a:xfrm>
        </p:spPr>
        <p:txBody>
          <a:bodyPr anchor="b"/>
          <a:lstStyle>
            <a:lvl1pPr>
              <a:defRPr sz="12600"/>
            </a:lvl1pPr>
          </a:lstStyle>
          <a:p>
            <a:r>
              <a:rPr lang="en-US" smtClean="0"/>
              <a:t>Click to edit Master title style</a:t>
            </a:r>
            <a:endParaRPr lang="en-US"/>
          </a:p>
        </p:txBody>
      </p:sp>
      <p:sp>
        <p:nvSpPr>
          <p:cNvPr id="3" name="Picture Placeholder 2"/>
          <p:cNvSpPr>
            <a:spLocks noGrp="1"/>
          </p:cNvSpPr>
          <p:nvPr>
            <p:ph type="pic" idx="1"/>
          </p:nvPr>
        </p:nvSpPr>
        <p:spPr>
          <a:xfrm>
            <a:off x="12245282" y="5183329"/>
            <a:ext cx="14581823" cy="25583160"/>
          </a:xfrm>
        </p:spPr>
        <p:txBody>
          <a:bodyPr/>
          <a:lstStyle>
            <a:lvl1pPr marL="0" indent="0">
              <a:buNone/>
              <a:defRPr sz="12600"/>
            </a:lvl1pPr>
            <a:lvl2pPr marL="1800225" indent="0">
              <a:buNone/>
              <a:defRPr sz="11025"/>
            </a:lvl2pPr>
            <a:lvl3pPr marL="3600450" indent="0">
              <a:buNone/>
              <a:defRPr sz="9450"/>
            </a:lvl3pPr>
            <a:lvl4pPr marL="5400675" indent="0">
              <a:buNone/>
              <a:defRPr sz="7875"/>
            </a:lvl4pPr>
            <a:lvl5pPr marL="7200900" indent="0">
              <a:buNone/>
              <a:defRPr sz="7875"/>
            </a:lvl5pPr>
            <a:lvl6pPr marL="9001125" indent="0">
              <a:buNone/>
              <a:defRPr sz="7875"/>
            </a:lvl6pPr>
            <a:lvl7pPr marL="10801350" indent="0">
              <a:buNone/>
              <a:defRPr sz="7875"/>
            </a:lvl7pPr>
            <a:lvl8pPr marL="12601575" indent="0">
              <a:buNone/>
              <a:defRPr sz="7875"/>
            </a:lvl8pPr>
            <a:lvl9pPr marL="14401800" indent="0">
              <a:buNone/>
              <a:defRPr sz="7875"/>
            </a:lvl9pPr>
          </a:lstStyle>
          <a:p>
            <a:endParaRPr lang="en-US" dirty="0"/>
          </a:p>
        </p:txBody>
      </p:sp>
      <p:sp>
        <p:nvSpPr>
          <p:cNvPr id="4" name="Text Placeholder 3"/>
          <p:cNvSpPr>
            <a:spLocks noGrp="1"/>
          </p:cNvSpPr>
          <p:nvPr>
            <p:ph type="body" sz="half" idx="2"/>
          </p:nvPr>
        </p:nvSpPr>
        <p:spPr>
          <a:xfrm>
            <a:off x="1984000" y="10799921"/>
            <a:ext cx="9289909" cy="20008201"/>
          </a:xfrm>
        </p:spPr>
        <p:txBody>
          <a:bodyPr/>
          <a:lstStyle>
            <a:lvl1pPr marL="0" indent="0">
              <a:buNone/>
              <a:defRPr sz="6300"/>
            </a:lvl1pPr>
            <a:lvl2pPr marL="1800225" indent="0">
              <a:buNone/>
              <a:defRPr sz="5513"/>
            </a:lvl2pPr>
            <a:lvl3pPr marL="3600450" indent="0">
              <a:buNone/>
              <a:defRPr sz="4725"/>
            </a:lvl3pPr>
            <a:lvl4pPr marL="5400675" indent="0">
              <a:buNone/>
              <a:defRPr sz="3938"/>
            </a:lvl4pPr>
            <a:lvl5pPr marL="7200900" indent="0">
              <a:buNone/>
              <a:defRPr sz="3938"/>
            </a:lvl5pPr>
            <a:lvl6pPr marL="9001125" indent="0">
              <a:buNone/>
              <a:defRPr sz="3938"/>
            </a:lvl6pPr>
            <a:lvl7pPr marL="10801350" indent="0">
              <a:buNone/>
              <a:defRPr sz="3938"/>
            </a:lvl7pPr>
            <a:lvl8pPr marL="12601575" indent="0">
              <a:buNone/>
              <a:defRPr sz="3938"/>
            </a:lvl8pPr>
            <a:lvl9pPr marL="14401800" indent="0">
              <a:buNone/>
              <a:defRPr sz="3938"/>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A7DFE5C-0D67-45D8-A7C7-F46F9C45B0CC}" type="datetimeFigureOut">
              <a:rPr lang="en-US" smtClean="0"/>
              <a:t>1/5/2018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4005DFC-D57A-43B2-9531-FE905E9B209E}" type="slidenum">
              <a:rPr lang="en-US" smtClean="0"/>
              <a:t>‹#›</a:t>
            </a:fld>
            <a:endParaRPr lang="en-US" dirty="0"/>
          </a:p>
        </p:txBody>
      </p:sp>
    </p:spTree>
    <p:extLst>
      <p:ext uri="{BB962C8B-B14F-4D97-AF65-F5344CB8AC3E}">
        <p14:creationId xmlns:p14="http://schemas.microsoft.com/office/powerpoint/2010/main" val="39077763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A7DFE5C-0D67-45D8-A7C7-F46F9C45B0CC}" type="datetimeFigureOut">
              <a:rPr lang="en-US" smtClean="0"/>
              <a:t>1/5/2018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4005DFC-D57A-43B2-9531-FE905E9B209E}" type="slidenum">
              <a:rPr lang="en-US" smtClean="0"/>
              <a:t>‹#›</a:t>
            </a:fld>
            <a:endParaRPr lang="en-US" dirty="0"/>
          </a:p>
        </p:txBody>
      </p:sp>
    </p:spTree>
    <p:extLst>
      <p:ext uri="{BB962C8B-B14F-4D97-AF65-F5344CB8AC3E}">
        <p14:creationId xmlns:p14="http://schemas.microsoft.com/office/powerpoint/2010/main" val="2521089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2369048" y="258364"/>
            <a:ext cx="3724217" cy="4066624"/>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1188901" y="258364"/>
            <a:ext cx="10820100" cy="406662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A7DFE5C-0D67-45D8-A7C7-F46F9C45B0CC}" type="datetimeFigureOut">
              <a:rPr lang="en-US" smtClean="0"/>
              <a:t>1/5/2018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4005DFC-D57A-43B2-9531-FE905E9B209E}" type="slidenum">
              <a:rPr lang="en-US" smtClean="0"/>
              <a:t>‹#›</a:t>
            </a:fld>
            <a:endParaRPr lang="en-US" dirty="0"/>
          </a:p>
        </p:txBody>
      </p:sp>
    </p:spTree>
    <p:extLst>
      <p:ext uri="{BB962C8B-B14F-4D97-AF65-F5344CB8AC3E}">
        <p14:creationId xmlns:p14="http://schemas.microsoft.com/office/powerpoint/2010/main" val="1297782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980248" y="1916640"/>
            <a:ext cx="24843105" cy="6958296"/>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1980248" y="9583277"/>
            <a:ext cx="24843105" cy="22841487"/>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1980248" y="33366470"/>
            <a:ext cx="6480810" cy="1916640"/>
          </a:xfrm>
          <a:prstGeom prst="rect">
            <a:avLst/>
          </a:prstGeom>
        </p:spPr>
        <p:txBody>
          <a:bodyPr vert="horz" lIns="91440" tIns="45720" rIns="91440" bIns="45720" rtlCol="0" anchor="ctr"/>
          <a:lstStyle>
            <a:lvl1pPr algn="l">
              <a:defRPr sz="4725">
                <a:solidFill>
                  <a:schemeClr val="tx1">
                    <a:tint val="75000"/>
                  </a:schemeClr>
                </a:solidFill>
              </a:defRPr>
            </a:lvl1pPr>
          </a:lstStyle>
          <a:p>
            <a:fld id="{5A7DFE5C-0D67-45D8-A7C7-F46F9C45B0CC}" type="datetimeFigureOut">
              <a:rPr lang="en-US" smtClean="0"/>
              <a:t>1/5/2018</a:t>
            </a:fld>
            <a:endParaRPr lang="en-US" dirty="0"/>
          </a:p>
        </p:txBody>
      </p:sp>
      <p:sp>
        <p:nvSpPr>
          <p:cNvPr id="5" name="Footer Placeholder 4"/>
          <p:cNvSpPr>
            <a:spLocks noGrp="1"/>
          </p:cNvSpPr>
          <p:nvPr>
            <p:ph type="ftr" sz="quarter" idx="3"/>
          </p:nvPr>
        </p:nvSpPr>
        <p:spPr>
          <a:xfrm>
            <a:off x="9541193" y="33366470"/>
            <a:ext cx="9721215" cy="1916640"/>
          </a:xfrm>
          <a:prstGeom prst="rect">
            <a:avLst/>
          </a:prstGeom>
        </p:spPr>
        <p:txBody>
          <a:bodyPr vert="horz" lIns="91440" tIns="45720" rIns="91440" bIns="45720" rtlCol="0" anchor="ctr"/>
          <a:lstStyle>
            <a:lvl1pPr algn="ctr">
              <a:defRPr sz="4725">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20342543" y="33366470"/>
            <a:ext cx="6480810" cy="1916640"/>
          </a:xfrm>
          <a:prstGeom prst="rect">
            <a:avLst/>
          </a:prstGeom>
        </p:spPr>
        <p:txBody>
          <a:bodyPr vert="horz" lIns="91440" tIns="45720" rIns="91440" bIns="45720" rtlCol="0" anchor="ctr"/>
          <a:lstStyle>
            <a:lvl1pPr algn="r">
              <a:defRPr sz="4725">
                <a:solidFill>
                  <a:schemeClr val="tx1">
                    <a:tint val="75000"/>
                  </a:schemeClr>
                </a:solidFill>
              </a:defRPr>
            </a:lvl1pPr>
          </a:lstStyle>
          <a:p>
            <a:fld id="{54005DFC-D57A-43B2-9531-FE905E9B209E}" type="slidenum">
              <a:rPr lang="en-US" smtClean="0"/>
              <a:t>‹#›</a:t>
            </a:fld>
            <a:endParaRPr lang="en-US" dirty="0"/>
          </a:p>
        </p:txBody>
      </p:sp>
    </p:spTree>
    <p:extLst>
      <p:ext uri="{BB962C8B-B14F-4D97-AF65-F5344CB8AC3E}">
        <p14:creationId xmlns:p14="http://schemas.microsoft.com/office/powerpoint/2010/main" val="1763394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3600450" rtl="0" eaLnBrk="1" latinLnBrk="0" hangingPunct="1">
        <a:lnSpc>
          <a:spcPct val="90000"/>
        </a:lnSpc>
        <a:spcBef>
          <a:spcPct val="0"/>
        </a:spcBef>
        <a:buNone/>
        <a:defRPr sz="17325" kern="1200">
          <a:solidFill>
            <a:schemeClr val="tx1"/>
          </a:solidFill>
          <a:latin typeface="+mj-lt"/>
          <a:ea typeface="+mj-ea"/>
          <a:cs typeface="+mj-cs"/>
        </a:defRPr>
      </a:lvl1pPr>
    </p:titleStyle>
    <p:bodyStyle>
      <a:lvl1pPr marL="900113" indent="-900113" algn="l" defTabSz="3600450" rtl="0" eaLnBrk="1" latinLnBrk="0" hangingPunct="1">
        <a:lnSpc>
          <a:spcPct val="90000"/>
        </a:lnSpc>
        <a:spcBef>
          <a:spcPts val="3938"/>
        </a:spcBef>
        <a:buFont typeface="Arial" panose="020B0604020202020204" pitchFamily="34" charset="0"/>
        <a:buChar char="•"/>
        <a:defRPr sz="11025" kern="1200">
          <a:solidFill>
            <a:schemeClr val="tx1"/>
          </a:solidFill>
          <a:latin typeface="+mn-lt"/>
          <a:ea typeface="+mn-ea"/>
          <a:cs typeface="+mn-cs"/>
        </a:defRPr>
      </a:lvl1pPr>
      <a:lvl2pPr marL="2700338" indent="-900113" algn="l" defTabSz="3600450" rtl="0" eaLnBrk="1" latinLnBrk="0" hangingPunct="1">
        <a:lnSpc>
          <a:spcPct val="90000"/>
        </a:lnSpc>
        <a:spcBef>
          <a:spcPts val="1969"/>
        </a:spcBef>
        <a:buFont typeface="Arial" panose="020B0604020202020204" pitchFamily="34" charset="0"/>
        <a:buChar char="•"/>
        <a:defRPr sz="9450" kern="1200">
          <a:solidFill>
            <a:schemeClr val="tx1"/>
          </a:solidFill>
          <a:latin typeface="+mn-lt"/>
          <a:ea typeface="+mn-ea"/>
          <a:cs typeface="+mn-cs"/>
        </a:defRPr>
      </a:lvl2pPr>
      <a:lvl3pPr marL="4500563" indent="-900113" algn="l" defTabSz="3600450" rtl="0" eaLnBrk="1" latinLnBrk="0" hangingPunct="1">
        <a:lnSpc>
          <a:spcPct val="90000"/>
        </a:lnSpc>
        <a:spcBef>
          <a:spcPts val="1969"/>
        </a:spcBef>
        <a:buFont typeface="Arial" panose="020B0604020202020204" pitchFamily="34" charset="0"/>
        <a:buChar char="•"/>
        <a:defRPr sz="7875" kern="1200">
          <a:solidFill>
            <a:schemeClr val="tx1"/>
          </a:solidFill>
          <a:latin typeface="+mn-lt"/>
          <a:ea typeface="+mn-ea"/>
          <a:cs typeface="+mn-cs"/>
        </a:defRPr>
      </a:lvl3pPr>
      <a:lvl4pPr marL="6300788" indent="-900113" algn="l" defTabSz="3600450" rtl="0" eaLnBrk="1" latinLnBrk="0" hangingPunct="1">
        <a:lnSpc>
          <a:spcPct val="90000"/>
        </a:lnSpc>
        <a:spcBef>
          <a:spcPts val="1969"/>
        </a:spcBef>
        <a:buFont typeface="Arial" panose="020B0604020202020204" pitchFamily="34" charset="0"/>
        <a:buChar char="•"/>
        <a:defRPr sz="7088" kern="1200">
          <a:solidFill>
            <a:schemeClr val="tx1"/>
          </a:solidFill>
          <a:latin typeface="+mn-lt"/>
          <a:ea typeface="+mn-ea"/>
          <a:cs typeface="+mn-cs"/>
        </a:defRPr>
      </a:lvl4pPr>
      <a:lvl5pPr marL="8101013" indent="-900113" algn="l" defTabSz="3600450" rtl="0" eaLnBrk="1" latinLnBrk="0" hangingPunct="1">
        <a:lnSpc>
          <a:spcPct val="90000"/>
        </a:lnSpc>
        <a:spcBef>
          <a:spcPts val="1969"/>
        </a:spcBef>
        <a:buFont typeface="Arial" panose="020B0604020202020204" pitchFamily="34" charset="0"/>
        <a:buChar char="•"/>
        <a:defRPr sz="7088" kern="1200">
          <a:solidFill>
            <a:schemeClr val="tx1"/>
          </a:solidFill>
          <a:latin typeface="+mn-lt"/>
          <a:ea typeface="+mn-ea"/>
          <a:cs typeface="+mn-cs"/>
        </a:defRPr>
      </a:lvl5pPr>
      <a:lvl6pPr marL="9901238" indent="-900113" algn="l" defTabSz="3600450" rtl="0" eaLnBrk="1" latinLnBrk="0" hangingPunct="1">
        <a:lnSpc>
          <a:spcPct val="90000"/>
        </a:lnSpc>
        <a:spcBef>
          <a:spcPts val="1969"/>
        </a:spcBef>
        <a:buFont typeface="Arial" panose="020B0604020202020204" pitchFamily="34" charset="0"/>
        <a:buChar char="•"/>
        <a:defRPr sz="7088" kern="1200">
          <a:solidFill>
            <a:schemeClr val="tx1"/>
          </a:solidFill>
          <a:latin typeface="+mn-lt"/>
          <a:ea typeface="+mn-ea"/>
          <a:cs typeface="+mn-cs"/>
        </a:defRPr>
      </a:lvl6pPr>
      <a:lvl7pPr marL="11701463" indent="-900113" algn="l" defTabSz="3600450" rtl="0" eaLnBrk="1" latinLnBrk="0" hangingPunct="1">
        <a:lnSpc>
          <a:spcPct val="90000"/>
        </a:lnSpc>
        <a:spcBef>
          <a:spcPts val="1969"/>
        </a:spcBef>
        <a:buFont typeface="Arial" panose="020B0604020202020204" pitchFamily="34" charset="0"/>
        <a:buChar char="•"/>
        <a:defRPr sz="7088" kern="1200">
          <a:solidFill>
            <a:schemeClr val="tx1"/>
          </a:solidFill>
          <a:latin typeface="+mn-lt"/>
          <a:ea typeface="+mn-ea"/>
          <a:cs typeface="+mn-cs"/>
        </a:defRPr>
      </a:lvl7pPr>
      <a:lvl8pPr marL="13501688" indent="-900113" algn="l" defTabSz="3600450" rtl="0" eaLnBrk="1" latinLnBrk="0" hangingPunct="1">
        <a:lnSpc>
          <a:spcPct val="90000"/>
        </a:lnSpc>
        <a:spcBef>
          <a:spcPts val="1969"/>
        </a:spcBef>
        <a:buFont typeface="Arial" panose="020B0604020202020204" pitchFamily="34" charset="0"/>
        <a:buChar char="•"/>
        <a:defRPr sz="7088" kern="1200">
          <a:solidFill>
            <a:schemeClr val="tx1"/>
          </a:solidFill>
          <a:latin typeface="+mn-lt"/>
          <a:ea typeface="+mn-ea"/>
          <a:cs typeface="+mn-cs"/>
        </a:defRPr>
      </a:lvl8pPr>
      <a:lvl9pPr marL="15301913" indent="-900113" algn="l" defTabSz="3600450" rtl="0" eaLnBrk="1" latinLnBrk="0" hangingPunct="1">
        <a:lnSpc>
          <a:spcPct val="90000"/>
        </a:lnSpc>
        <a:spcBef>
          <a:spcPts val="1969"/>
        </a:spcBef>
        <a:buFont typeface="Arial" panose="020B0604020202020204" pitchFamily="34" charset="0"/>
        <a:buChar char="•"/>
        <a:defRPr sz="7088" kern="1200">
          <a:solidFill>
            <a:schemeClr val="tx1"/>
          </a:solidFill>
          <a:latin typeface="+mn-lt"/>
          <a:ea typeface="+mn-ea"/>
          <a:cs typeface="+mn-cs"/>
        </a:defRPr>
      </a:lvl9pPr>
    </p:bodyStyle>
    <p:otherStyle>
      <a:defPPr>
        <a:defRPr lang="en-US"/>
      </a:defPPr>
      <a:lvl1pPr marL="0" algn="l" defTabSz="3600450" rtl="0" eaLnBrk="1" latinLnBrk="0" hangingPunct="1">
        <a:defRPr sz="7088" kern="1200">
          <a:solidFill>
            <a:schemeClr val="tx1"/>
          </a:solidFill>
          <a:latin typeface="+mn-lt"/>
          <a:ea typeface="+mn-ea"/>
          <a:cs typeface="+mn-cs"/>
        </a:defRPr>
      </a:lvl1pPr>
      <a:lvl2pPr marL="1800225" algn="l" defTabSz="3600450" rtl="0" eaLnBrk="1" latinLnBrk="0" hangingPunct="1">
        <a:defRPr sz="7088" kern="1200">
          <a:solidFill>
            <a:schemeClr val="tx1"/>
          </a:solidFill>
          <a:latin typeface="+mn-lt"/>
          <a:ea typeface="+mn-ea"/>
          <a:cs typeface="+mn-cs"/>
        </a:defRPr>
      </a:lvl2pPr>
      <a:lvl3pPr marL="3600450" algn="l" defTabSz="3600450" rtl="0" eaLnBrk="1" latinLnBrk="0" hangingPunct="1">
        <a:defRPr sz="7088" kern="1200">
          <a:solidFill>
            <a:schemeClr val="tx1"/>
          </a:solidFill>
          <a:latin typeface="+mn-lt"/>
          <a:ea typeface="+mn-ea"/>
          <a:cs typeface="+mn-cs"/>
        </a:defRPr>
      </a:lvl3pPr>
      <a:lvl4pPr marL="5400675" algn="l" defTabSz="3600450" rtl="0" eaLnBrk="1" latinLnBrk="0" hangingPunct="1">
        <a:defRPr sz="7088" kern="1200">
          <a:solidFill>
            <a:schemeClr val="tx1"/>
          </a:solidFill>
          <a:latin typeface="+mn-lt"/>
          <a:ea typeface="+mn-ea"/>
          <a:cs typeface="+mn-cs"/>
        </a:defRPr>
      </a:lvl4pPr>
      <a:lvl5pPr marL="7200900" algn="l" defTabSz="3600450" rtl="0" eaLnBrk="1" latinLnBrk="0" hangingPunct="1">
        <a:defRPr sz="7088" kern="1200">
          <a:solidFill>
            <a:schemeClr val="tx1"/>
          </a:solidFill>
          <a:latin typeface="+mn-lt"/>
          <a:ea typeface="+mn-ea"/>
          <a:cs typeface="+mn-cs"/>
        </a:defRPr>
      </a:lvl5pPr>
      <a:lvl6pPr marL="9001125" algn="l" defTabSz="3600450" rtl="0" eaLnBrk="1" latinLnBrk="0" hangingPunct="1">
        <a:defRPr sz="7088" kern="1200">
          <a:solidFill>
            <a:schemeClr val="tx1"/>
          </a:solidFill>
          <a:latin typeface="+mn-lt"/>
          <a:ea typeface="+mn-ea"/>
          <a:cs typeface="+mn-cs"/>
        </a:defRPr>
      </a:lvl6pPr>
      <a:lvl7pPr marL="10801350" algn="l" defTabSz="3600450" rtl="0" eaLnBrk="1" latinLnBrk="0" hangingPunct="1">
        <a:defRPr sz="7088" kern="1200">
          <a:solidFill>
            <a:schemeClr val="tx1"/>
          </a:solidFill>
          <a:latin typeface="+mn-lt"/>
          <a:ea typeface="+mn-ea"/>
          <a:cs typeface="+mn-cs"/>
        </a:defRPr>
      </a:lvl7pPr>
      <a:lvl8pPr marL="12601575" algn="l" defTabSz="3600450" rtl="0" eaLnBrk="1" latinLnBrk="0" hangingPunct="1">
        <a:defRPr sz="7088" kern="1200">
          <a:solidFill>
            <a:schemeClr val="tx1"/>
          </a:solidFill>
          <a:latin typeface="+mn-lt"/>
          <a:ea typeface="+mn-ea"/>
          <a:cs typeface="+mn-cs"/>
        </a:defRPr>
      </a:lvl8pPr>
      <a:lvl9pPr marL="14401800" algn="l" defTabSz="3600450" rtl="0" eaLnBrk="1" latinLnBrk="0" hangingPunct="1">
        <a:defRPr sz="708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04797" y="353964"/>
            <a:ext cx="28166291" cy="35405292"/>
          </a:xfrm>
          <a:prstGeom prst="rect">
            <a:avLst/>
          </a:prstGeom>
          <a:solidFill>
            <a:schemeClr val="bg1"/>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ounded Rectangle 6"/>
          <p:cNvSpPr/>
          <p:nvPr/>
        </p:nvSpPr>
        <p:spPr>
          <a:xfrm>
            <a:off x="689696" y="3736223"/>
            <a:ext cx="27446114" cy="4023074"/>
          </a:xfrm>
          <a:prstGeom prst="roundRect">
            <a:avLst>
              <a:gd name="adj" fmla="val 24105"/>
            </a:avLst>
          </a:prstGeom>
          <a:solidFill>
            <a:schemeClr val="bg1"/>
          </a:solid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solidFill>
                <a:srgbClr val="C00028"/>
              </a:solidFill>
            </a:endParaRPr>
          </a:p>
        </p:txBody>
      </p:sp>
      <p:sp>
        <p:nvSpPr>
          <p:cNvPr id="8" name="TextBox 7"/>
          <p:cNvSpPr txBox="1"/>
          <p:nvPr/>
        </p:nvSpPr>
        <p:spPr>
          <a:xfrm>
            <a:off x="1066800" y="3999270"/>
            <a:ext cx="26630671" cy="3600986"/>
          </a:xfrm>
          <a:prstGeom prst="rect">
            <a:avLst/>
          </a:prstGeom>
          <a:noFill/>
        </p:spPr>
        <p:txBody>
          <a:bodyPr wrap="square" rtlCol="0">
            <a:spAutoFit/>
          </a:bodyPr>
          <a:lstStyle/>
          <a:p>
            <a:pPr algn="ctr"/>
            <a:r>
              <a:rPr lang="en-US" altLang="zh-CN" sz="3200" b="1" dirty="0" smtClean="0">
                <a:solidFill>
                  <a:srgbClr val="002060"/>
                </a:solidFill>
                <a:cs typeface="Times New Roman" panose="02020603050405020304" pitchFamily="18" charset="0"/>
              </a:rPr>
              <a:t>INTRODUCTION</a:t>
            </a:r>
          </a:p>
          <a:p>
            <a:pPr algn="just" defTabSz="3097213"/>
            <a:r>
              <a:rPr lang="en-US" altLang="en-US" sz="2800" dirty="0" smtClean="0">
                <a:solidFill>
                  <a:srgbClr val="000000"/>
                </a:solidFill>
                <a:ea typeface="宋体" panose="02010600030101010101" pitchFamily="2" charset="-122"/>
                <a:cs typeface="Times New Roman" panose="02020603050405020304" pitchFamily="18" charset="0"/>
              </a:rPr>
              <a:t>Monte Carlo (MC) technique is widely employed for solving practical radiation transport problems. This technique is based on the simulation of a “history of a particle” which accounts for the absorption as well as energy transfer mechanisms. Such simulations are useful in predicting the radiation field strengths around the radiation sources thereby enabling control of exposures happening in the nuclear fuel cycle facilities.  MC simulation requires copious quantity of random numbers in the range (0 to 1) and the cumulative probability density functions (CDF) which need to be deduced from Evaluated Nuclear Data File (ENDF). The main difficulty in the case of neutron transport with point cross sections is the number of data points are voluminous and vary widely from one nuclide to the other. For instance hydrogen has few hundred points whereas uranium contains several thousands. In the present work, the usage of computer memory in handling voluminous data is optimized by the use of dynamic allocation and de-allocation. MC codes known to consume a lot of CPU time, which can be reduced considerably by adopting unionized energy grid method and efficient search algorithm. </a:t>
            </a:r>
            <a:endParaRPr lang="en-US" altLang="zh-CN" sz="2800" b="1" dirty="0">
              <a:solidFill>
                <a:srgbClr val="C00000"/>
              </a:solidFill>
              <a:cs typeface="Times New Roman" panose="02020603050405020304" pitchFamily="18" charset="0"/>
            </a:endParaRPr>
          </a:p>
        </p:txBody>
      </p:sp>
      <p:pic>
        <p:nvPicPr>
          <p:cNvPr id="9" name="Picture 104" descr="F:\Documents and Settings\lokpati\Desktop\logo_900_color.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9696" y="763462"/>
            <a:ext cx="2362200"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4"/>
          <p:cNvSpPr txBox="1">
            <a:spLocks noChangeArrowheads="1"/>
          </p:cNvSpPr>
          <p:nvPr/>
        </p:nvSpPr>
        <p:spPr bwMode="auto">
          <a:xfrm>
            <a:off x="3533776" y="1990839"/>
            <a:ext cx="21913850" cy="147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7134" tIns="43565" rIns="87134" bIns="43565">
            <a:spAutoFit/>
          </a:bodyPr>
          <a:lstStyle>
            <a:lvl1pPr defTabSz="3724275">
              <a:spcBef>
                <a:spcPct val="20000"/>
              </a:spcBef>
              <a:buFont typeface="Arial" panose="020B0604020202020204" pitchFamily="34" charset="0"/>
              <a:buChar char="•"/>
              <a:defRPr sz="13100">
                <a:solidFill>
                  <a:schemeClr val="tx1"/>
                </a:solidFill>
                <a:latin typeface="Calibri" panose="020F0502020204030204" pitchFamily="34" charset="0"/>
              </a:defRPr>
            </a:lvl1pPr>
            <a:lvl2pPr marL="742950" indent="-285750" defTabSz="3724275">
              <a:spcBef>
                <a:spcPct val="20000"/>
              </a:spcBef>
              <a:buFont typeface="Arial" panose="020B0604020202020204" pitchFamily="34" charset="0"/>
              <a:buChar char="–"/>
              <a:defRPr sz="11400">
                <a:solidFill>
                  <a:schemeClr val="tx1"/>
                </a:solidFill>
                <a:latin typeface="Calibri" panose="020F0502020204030204" pitchFamily="34" charset="0"/>
              </a:defRPr>
            </a:lvl2pPr>
            <a:lvl3pPr marL="1143000" indent="-228600" defTabSz="3724275">
              <a:spcBef>
                <a:spcPct val="20000"/>
              </a:spcBef>
              <a:buFont typeface="Arial" panose="020B0604020202020204" pitchFamily="34" charset="0"/>
              <a:buChar char="•"/>
              <a:defRPr sz="9800">
                <a:solidFill>
                  <a:schemeClr val="tx1"/>
                </a:solidFill>
                <a:latin typeface="Calibri" panose="020F0502020204030204" pitchFamily="34" charset="0"/>
              </a:defRPr>
            </a:lvl3pPr>
            <a:lvl4pPr marL="1600200" indent="-228600" defTabSz="3724275">
              <a:spcBef>
                <a:spcPct val="20000"/>
              </a:spcBef>
              <a:buFont typeface="Arial" panose="020B0604020202020204" pitchFamily="34" charset="0"/>
              <a:buChar char="–"/>
              <a:defRPr sz="8200">
                <a:solidFill>
                  <a:schemeClr val="tx1"/>
                </a:solidFill>
                <a:latin typeface="Calibri" panose="020F0502020204030204" pitchFamily="34" charset="0"/>
              </a:defRPr>
            </a:lvl4pPr>
            <a:lvl5pPr marL="2057400" indent="-228600" defTabSz="3724275">
              <a:spcBef>
                <a:spcPct val="20000"/>
              </a:spcBef>
              <a:buFont typeface="Arial" panose="020B0604020202020204" pitchFamily="34" charset="0"/>
              <a:buChar char="»"/>
              <a:defRPr sz="8200">
                <a:solidFill>
                  <a:schemeClr val="tx1"/>
                </a:solidFill>
                <a:latin typeface="Calibri" panose="020F0502020204030204" pitchFamily="34" charset="0"/>
              </a:defRPr>
            </a:lvl5pPr>
            <a:lvl6pPr marL="2514600" indent="-228600" defTabSz="3724275" eaLnBrk="0" fontAlgn="base" hangingPunct="0">
              <a:spcBef>
                <a:spcPct val="20000"/>
              </a:spcBef>
              <a:spcAft>
                <a:spcPct val="0"/>
              </a:spcAft>
              <a:buFont typeface="Arial" panose="020B0604020202020204" pitchFamily="34" charset="0"/>
              <a:buChar char="»"/>
              <a:defRPr sz="8200">
                <a:solidFill>
                  <a:schemeClr val="tx1"/>
                </a:solidFill>
                <a:latin typeface="Calibri" panose="020F0502020204030204" pitchFamily="34" charset="0"/>
              </a:defRPr>
            </a:lvl6pPr>
            <a:lvl7pPr marL="2971800" indent="-228600" defTabSz="3724275" eaLnBrk="0" fontAlgn="base" hangingPunct="0">
              <a:spcBef>
                <a:spcPct val="20000"/>
              </a:spcBef>
              <a:spcAft>
                <a:spcPct val="0"/>
              </a:spcAft>
              <a:buFont typeface="Arial" panose="020B0604020202020204" pitchFamily="34" charset="0"/>
              <a:buChar char="»"/>
              <a:defRPr sz="8200">
                <a:solidFill>
                  <a:schemeClr val="tx1"/>
                </a:solidFill>
                <a:latin typeface="Calibri" panose="020F0502020204030204" pitchFamily="34" charset="0"/>
              </a:defRPr>
            </a:lvl7pPr>
            <a:lvl8pPr marL="3429000" indent="-228600" defTabSz="3724275" eaLnBrk="0" fontAlgn="base" hangingPunct="0">
              <a:spcBef>
                <a:spcPct val="20000"/>
              </a:spcBef>
              <a:spcAft>
                <a:spcPct val="0"/>
              </a:spcAft>
              <a:buFont typeface="Arial" panose="020B0604020202020204" pitchFamily="34" charset="0"/>
              <a:buChar char="»"/>
              <a:defRPr sz="8200">
                <a:solidFill>
                  <a:schemeClr val="tx1"/>
                </a:solidFill>
                <a:latin typeface="Calibri" panose="020F0502020204030204" pitchFamily="34" charset="0"/>
              </a:defRPr>
            </a:lvl8pPr>
            <a:lvl9pPr marL="3886200" indent="-228600" defTabSz="3724275" eaLnBrk="0" fontAlgn="base" hangingPunct="0">
              <a:spcBef>
                <a:spcPct val="20000"/>
              </a:spcBef>
              <a:spcAft>
                <a:spcPct val="0"/>
              </a:spcAft>
              <a:buFont typeface="Arial" panose="020B0604020202020204" pitchFamily="34" charset="0"/>
              <a:buChar char="»"/>
              <a:defRPr sz="8200">
                <a:solidFill>
                  <a:schemeClr val="tx1"/>
                </a:solidFill>
                <a:latin typeface="Calibri" panose="020F0502020204030204" pitchFamily="34" charset="0"/>
              </a:defRPr>
            </a:lvl9pPr>
          </a:lstStyle>
          <a:p>
            <a:pPr algn="ctr" eaLnBrk="1" hangingPunct="1">
              <a:spcBef>
                <a:spcPct val="50000"/>
              </a:spcBef>
              <a:buFontTx/>
              <a:buNone/>
            </a:pPr>
            <a:r>
              <a:rPr lang="en-US" altLang="en-US" sz="3600" b="1" dirty="0">
                <a:solidFill>
                  <a:srgbClr val="0045D0"/>
                </a:solidFill>
                <a:latin typeface="Arial" panose="020B0604020202020204" pitchFamily="34" charset="0"/>
              </a:rPr>
              <a:t>Sachin </a:t>
            </a:r>
            <a:r>
              <a:rPr lang="en-US" altLang="en-US" sz="3600" b="1" dirty="0" smtClean="0">
                <a:solidFill>
                  <a:srgbClr val="0045D0"/>
                </a:solidFill>
                <a:latin typeface="Arial" panose="020B0604020202020204" pitchFamily="34" charset="0"/>
              </a:rPr>
              <a:t>Shet,  K.V.Subbaiah.</a:t>
            </a:r>
            <a:endParaRPr lang="en-US" altLang="en-US" sz="3600" b="1" dirty="0">
              <a:solidFill>
                <a:srgbClr val="0045D0"/>
              </a:solidFill>
              <a:latin typeface="Arial" panose="020B0604020202020204" pitchFamily="34" charset="0"/>
            </a:endParaRPr>
          </a:p>
          <a:p>
            <a:pPr algn="ctr" eaLnBrk="1" hangingPunct="1">
              <a:spcBef>
                <a:spcPct val="50000"/>
              </a:spcBef>
              <a:buFontTx/>
              <a:buNone/>
            </a:pPr>
            <a:r>
              <a:rPr lang="en-US" altLang="en-US" sz="3600" b="1" dirty="0">
                <a:solidFill>
                  <a:srgbClr val="0045D0"/>
                </a:solidFill>
                <a:latin typeface="Arial" panose="020B0604020202020204" pitchFamily="34" charset="0"/>
              </a:rPr>
              <a:t> Manipal Centre for Natural Sciences, MAHE, Manipal-576104, Karnataka, India</a:t>
            </a:r>
            <a:r>
              <a:rPr lang="en-US" altLang="en-US" sz="3600" b="1" dirty="0" smtClean="0">
                <a:solidFill>
                  <a:srgbClr val="0045D0"/>
                </a:solidFill>
                <a:latin typeface="Arial" panose="020B0604020202020204" pitchFamily="34" charset="0"/>
              </a:rPr>
              <a:t>.</a:t>
            </a:r>
            <a:endParaRPr lang="en-US" altLang="en-US" sz="1000" b="1" baseline="30000" dirty="0">
              <a:solidFill>
                <a:srgbClr val="0045D0"/>
              </a:solidFill>
              <a:latin typeface="Arial" panose="020B0604020202020204" pitchFamily="34" charset="0"/>
            </a:endParaRPr>
          </a:p>
        </p:txBody>
      </p:sp>
      <p:sp>
        <p:nvSpPr>
          <p:cNvPr id="10" name="Rectangle 2"/>
          <p:cNvSpPr>
            <a:spLocks noGrp="1" noChangeArrowheads="1"/>
          </p:cNvSpPr>
          <p:nvPr>
            <p:ph type="ctrTitle"/>
          </p:nvPr>
        </p:nvSpPr>
        <p:spPr>
          <a:xfrm>
            <a:off x="2641601" y="460697"/>
            <a:ext cx="23698200" cy="1371600"/>
          </a:xfrm>
        </p:spPr>
        <p:txBody>
          <a:bodyPr/>
          <a:lstStyle/>
          <a:p>
            <a:pPr eaLnBrk="1" hangingPunct="1"/>
            <a:r>
              <a:rPr lang="en-US" altLang="en-US" sz="3200" b="1" dirty="0" smtClean="0">
                <a:solidFill>
                  <a:srgbClr val="002060"/>
                </a:solidFill>
                <a:latin typeface="+mn-lt"/>
              </a:rPr>
              <a:t>IARPIC-2018 (4)</a:t>
            </a:r>
            <a:r>
              <a:rPr lang="en-US" altLang="en-US" sz="2800" b="1" dirty="0" smtClean="0">
                <a:solidFill>
                  <a:srgbClr val="002060"/>
                </a:solidFill>
                <a:latin typeface="+mn-lt"/>
              </a:rPr>
              <a:t/>
            </a:r>
            <a:br>
              <a:rPr lang="en-US" altLang="en-US" sz="2800" b="1" dirty="0" smtClean="0">
                <a:solidFill>
                  <a:srgbClr val="002060"/>
                </a:solidFill>
                <a:latin typeface="+mn-lt"/>
              </a:rPr>
            </a:br>
            <a:r>
              <a:rPr lang="en-US" altLang="en-US" sz="5400" b="1" dirty="0" smtClean="0">
                <a:solidFill>
                  <a:srgbClr val="002060"/>
                </a:solidFill>
                <a:latin typeface="+mn-lt"/>
                <a:cs typeface="Arial" panose="020B0604020202020204" pitchFamily="34" charset="0"/>
              </a:rPr>
              <a:t>Advances</a:t>
            </a:r>
            <a:r>
              <a:rPr lang="en-US" altLang="en-US" sz="5400" b="1" dirty="0" smtClean="0">
                <a:solidFill>
                  <a:srgbClr val="002060"/>
                </a:solidFill>
                <a:latin typeface="+mn-lt"/>
              </a:rPr>
              <a:t> </a:t>
            </a:r>
            <a:r>
              <a:rPr lang="en-US" altLang="en-US" sz="5400" b="1" dirty="0" smtClean="0">
                <a:solidFill>
                  <a:srgbClr val="002060"/>
                </a:solidFill>
                <a:latin typeface="+mn-lt"/>
                <a:cs typeface="Arial" panose="020B0604020202020204" pitchFamily="34" charset="0"/>
              </a:rPr>
              <a:t>in Monte Carlo methods in Radiation Transport</a:t>
            </a:r>
          </a:p>
        </p:txBody>
      </p:sp>
      <p:sp>
        <p:nvSpPr>
          <p:cNvPr id="11" name="Rounded Rectangle 10"/>
          <p:cNvSpPr/>
          <p:nvPr/>
        </p:nvSpPr>
        <p:spPr>
          <a:xfrm>
            <a:off x="689696" y="8137639"/>
            <a:ext cx="8930916" cy="4636232"/>
          </a:xfrm>
          <a:prstGeom prst="roundRect">
            <a:avLst>
              <a:gd name="adj" fmla="val 26374"/>
            </a:avLst>
          </a:prstGeom>
          <a:solidFill>
            <a:schemeClr val="bg1"/>
          </a:solid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solidFill>
                <a:srgbClr val="C00028"/>
              </a:solidFill>
            </a:endParaRPr>
          </a:p>
        </p:txBody>
      </p:sp>
      <p:sp>
        <p:nvSpPr>
          <p:cNvPr id="12" name="TextBox 11"/>
          <p:cNvSpPr txBox="1"/>
          <p:nvPr/>
        </p:nvSpPr>
        <p:spPr>
          <a:xfrm>
            <a:off x="1033711" y="8187088"/>
            <a:ext cx="8462657" cy="4154984"/>
          </a:xfrm>
          <a:prstGeom prst="rect">
            <a:avLst/>
          </a:prstGeom>
          <a:noFill/>
        </p:spPr>
        <p:txBody>
          <a:bodyPr wrap="square" rtlCol="0">
            <a:spAutoFit/>
          </a:bodyPr>
          <a:lstStyle/>
          <a:p>
            <a:pPr algn="ctr">
              <a:defRPr/>
            </a:pPr>
            <a:endParaRPr lang="en-US" sz="3200" b="1" dirty="0" smtClean="0">
              <a:solidFill>
                <a:srgbClr val="002060"/>
              </a:solidFill>
            </a:endParaRPr>
          </a:p>
          <a:p>
            <a:pPr algn="ctr">
              <a:defRPr/>
            </a:pPr>
            <a:r>
              <a:rPr lang="en-US" sz="3200" b="1" dirty="0" smtClean="0">
                <a:solidFill>
                  <a:srgbClr val="002060"/>
                </a:solidFill>
              </a:rPr>
              <a:t>MATERIALS </a:t>
            </a:r>
            <a:r>
              <a:rPr lang="en-US" sz="3200" b="1" dirty="0">
                <a:solidFill>
                  <a:srgbClr val="002060"/>
                </a:solidFill>
              </a:rPr>
              <a:t>AND METHODS</a:t>
            </a:r>
          </a:p>
          <a:p>
            <a:pPr algn="ctr">
              <a:defRPr/>
            </a:pPr>
            <a:endParaRPr lang="en-US" sz="2800" b="1" dirty="0">
              <a:solidFill>
                <a:srgbClr val="C00000"/>
              </a:solidFill>
            </a:endParaRPr>
          </a:p>
          <a:p>
            <a:pPr>
              <a:defRPr/>
            </a:pPr>
            <a:r>
              <a:rPr lang="en-US" sz="3200" b="1" dirty="0">
                <a:solidFill>
                  <a:srgbClr val="0045D0"/>
                </a:solidFill>
              </a:rPr>
              <a:t>Major components of Monte Carlo methods are:</a:t>
            </a:r>
          </a:p>
          <a:p>
            <a:pPr marL="354013">
              <a:defRPr/>
            </a:pPr>
            <a:r>
              <a:rPr lang="en-US" sz="2800" dirty="0"/>
              <a:t>1. Random number generator (RNG)</a:t>
            </a:r>
          </a:p>
          <a:p>
            <a:pPr marL="354013">
              <a:defRPr/>
            </a:pPr>
            <a:r>
              <a:rPr lang="en-US" sz="2800" dirty="0"/>
              <a:t>2. Sampling theory </a:t>
            </a:r>
          </a:p>
          <a:p>
            <a:pPr marL="354013">
              <a:defRPr/>
            </a:pPr>
            <a:r>
              <a:rPr lang="en-US" sz="2800" dirty="0"/>
              <a:t>3. Scoring </a:t>
            </a:r>
          </a:p>
          <a:p>
            <a:pPr marL="354013">
              <a:defRPr/>
            </a:pPr>
            <a:r>
              <a:rPr lang="en-US" sz="2800" dirty="0"/>
              <a:t>4. Error estimation </a:t>
            </a:r>
          </a:p>
          <a:p>
            <a:pPr marL="354013">
              <a:defRPr/>
            </a:pPr>
            <a:r>
              <a:rPr lang="en-US" sz="2800" dirty="0"/>
              <a:t>5. Variance reduction techniques </a:t>
            </a:r>
            <a:endParaRPr lang="en-US" sz="2400" dirty="0">
              <a:ln>
                <a:solidFill>
                  <a:schemeClr val="tx1"/>
                </a:solidFill>
              </a:ln>
            </a:endParaRPr>
          </a:p>
        </p:txBody>
      </p:sp>
      <p:sp>
        <p:nvSpPr>
          <p:cNvPr id="16" name="Rounded Rectangle 15"/>
          <p:cNvSpPr/>
          <p:nvPr/>
        </p:nvSpPr>
        <p:spPr>
          <a:xfrm>
            <a:off x="689696" y="13077120"/>
            <a:ext cx="8930916" cy="22326349"/>
          </a:xfrm>
          <a:prstGeom prst="roundRect">
            <a:avLst>
              <a:gd name="adj" fmla="val 14256"/>
            </a:avLst>
          </a:prstGeom>
          <a:solidFill>
            <a:schemeClr val="bg1"/>
          </a:solid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solidFill>
                <a:srgbClr val="C00028"/>
              </a:solidFill>
            </a:endParaRPr>
          </a:p>
        </p:txBody>
      </p:sp>
      <p:sp>
        <p:nvSpPr>
          <p:cNvPr id="17" name="Rounded Rectangle 16"/>
          <p:cNvSpPr/>
          <p:nvPr/>
        </p:nvSpPr>
        <p:spPr>
          <a:xfrm>
            <a:off x="9928316" y="8137639"/>
            <a:ext cx="8930916" cy="27287985"/>
          </a:xfrm>
          <a:prstGeom prst="roundRect">
            <a:avLst>
              <a:gd name="adj" fmla="val 13252"/>
            </a:avLst>
          </a:prstGeom>
          <a:solidFill>
            <a:schemeClr val="bg1"/>
          </a:solid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solidFill>
                <a:srgbClr val="C00028"/>
              </a:solidFill>
            </a:endParaRPr>
          </a:p>
        </p:txBody>
      </p:sp>
      <p:sp>
        <p:nvSpPr>
          <p:cNvPr id="18" name="Rounded Rectangle 17"/>
          <p:cNvSpPr/>
          <p:nvPr/>
        </p:nvSpPr>
        <p:spPr>
          <a:xfrm>
            <a:off x="19198502" y="8115318"/>
            <a:ext cx="8930916" cy="14574581"/>
          </a:xfrm>
          <a:prstGeom prst="roundRect">
            <a:avLst>
              <a:gd name="adj" fmla="val 13252"/>
            </a:avLst>
          </a:prstGeom>
          <a:solidFill>
            <a:schemeClr val="bg1"/>
          </a:solid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solidFill>
                <a:srgbClr val="C00028"/>
              </a:solidFill>
            </a:endParaRPr>
          </a:p>
        </p:txBody>
      </p:sp>
      <p:sp>
        <p:nvSpPr>
          <p:cNvPr id="2" name="TextBox 1"/>
          <p:cNvSpPr txBox="1"/>
          <p:nvPr/>
        </p:nvSpPr>
        <p:spPr>
          <a:xfrm>
            <a:off x="1066800" y="13468002"/>
            <a:ext cx="8254684" cy="2369880"/>
          </a:xfrm>
          <a:prstGeom prst="rect">
            <a:avLst/>
          </a:prstGeom>
          <a:noFill/>
        </p:spPr>
        <p:txBody>
          <a:bodyPr wrap="square" rtlCol="0">
            <a:spAutoFit/>
          </a:bodyPr>
          <a:lstStyle/>
          <a:p>
            <a:pPr algn="ctr"/>
            <a:r>
              <a:rPr lang="en-US" sz="3200" b="1" dirty="0" smtClean="0">
                <a:solidFill>
                  <a:srgbClr val="002060"/>
                </a:solidFill>
              </a:rPr>
              <a:t>RESULTS AND DISCUSSION</a:t>
            </a:r>
          </a:p>
          <a:p>
            <a:pPr algn="ctr"/>
            <a:endParaRPr lang="en-US" sz="3200" b="1" dirty="0">
              <a:solidFill>
                <a:srgbClr val="FF0000"/>
              </a:solidFill>
            </a:endParaRPr>
          </a:p>
          <a:p>
            <a:pPr algn="just"/>
            <a:r>
              <a:rPr lang="en-US" sz="2800" dirty="0"/>
              <a:t>The following are the advances</a:t>
            </a:r>
            <a:r>
              <a:rPr lang="en-US" sz="2800" baseline="30000" dirty="0"/>
              <a:t>1</a:t>
            </a:r>
            <a:r>
              <a:rPr lang="en-US" sz="2800" dirty="0"/>
              <a:t> attempted in the present work in reducing the CPU time and memory storage for handling data.</a:t>
            </a:r>
          </a:p>
        </p:txBody>
      </p:sp>
      <p:sp>
        <p:nvSpPr>
          <p:cNvPr id="3" name="TextBox 2"/>
          <p:cNvSpPr txBox="1"/>
          <p:nvPr/>
        </p:nvSpPr>
        <p:spPr>
          <a:xfrm>
            <a:off x="1066800" y="16037728"/>
            <a:ext cx="8254684" cy="5078313"/>
          </a:xfrm>
          <a:prstGeom prst="rect">
            <a:avLst/>
          </a:prstGeom>
          <a:noFill/>
        </p:spPr>
        <p:txBody>
          <a:bodyPr wrap="square" rtlCol="0">
            <a:spAutoFit/>
          </a:bodyPr>
          <a:lstStyle/>
          <a:p>
            <a:r>
              <a:rPr lang="en-US" sz="3200" b="1" dirty="0" smtClean="0">
                <a:solidFill>
                  <a:srgbClr val="0045D0"/>
                </a:solidFill>
              </a:rPr>
              <a:t>1. Random </a:t>
            </a:r>
            <a:r>
              <a:rPr lang="en-US" sz="3200" b="1" dirty="0">
                <a:solidFill>
                  <a:srgbClr val="0045D0"/>
                </a:solidFill>
              </a:rPr>
              <a:t>number generators-CPU time </a:t>
            </a:r>
            <a:r>
              <a:rPr lang="en-US" sz="3200" b="1" dirty="0" smtClean="0">
                <a:solidFill>
                  <a:srgbClr val="0045D0"/>
                </a:solidFill>
              </a:rPr>
              <a:t>optimization </a:t>
            </a:r>
          </a:p>
          <a:p>
            <a:pPr algn="just"/>
            <a:r>
              <a:rPr lang="en-US" sz="2800" dirty="0" smtClean="0"/>
              <a:t>In </a:t>
            </a:r>
            <a:r>
              <a:rPr lang="en-US" sz="2800" dirty="0"/>
              <a:t>the</a:t>
            </a:r>
            <a:r>
              <a:rPr lang="en-US" sz="2800" b="1" dirty="0"/>
              <a:t> </a:t>
            </a:r>
            <a:r>
              <a:rPr lang="en-US" sz="2800" dirty="0"/>
              <a:t>literature</a:t>
            </a:r>
            <a:r>
              <a:rPr lang="en-US" sz="2800" baseline="30000" dirty="0"/>
              <a:t>2</a:t>
            </a:r>
            <a:r>
              <a:rPr lang="en-US" sz="2800" dirty="0"/>
              <a:t> a large number of RNGs are available which satisfies minimal statistical tests. For selecting a fast RNG which takes minimum CPU time</a:t>
            </a:r>
            <a:r>
              <a:rPr lang="en-US" sz="2800" dirty="0" smtClean="0"/>
              <a:t>, RNGs listed in table.1 </a:t>
            </a:r>
            <a:r>
              <a:rPr lang="en-US" sz="2800" dirty="0"/>
              <a:t>are tested for the time required to generate 100 million random numbers, and the </a:t>
            </a:r>
            <a:r>
              <a:rPr lang="en-US" sz="2800" dirty="0" smtClean="0"/>
              <a:t>results are shown in </a:t>
            </a:r>
            <a:r>
              <a:rPr lang="en-US" sz="2800" dirty="0" smtClean="0"/>
              <a:t>figure.1</a:t>
            </a:r>
          </a:p>
          <a:p>
            <a:pPr algn="just"/>
            <a:endParaRPr lang="en-US" sz="2800" dirty="0" smtClean="0"/>
          </a:p>
          <a:p>
            <a:r>
              <a:rPr lang="en-US" sz="3200" b="1" dirty="0" smtClean="0">
                <a:solidFill>
                  <a:schemeClr val="tx1">
                    <a:lumMod val="75000"/>
                    <a:lumOff val="25000"/>
                  </a:schemeClr>
                </a:solidFill>
              </a:rPr>
              <a:t>Table.1 Random </a:t>
            </a:r>
            <a:r>
              <a:rPr lang="en-US" sz="3200" b="1" dirty="0" smtClean="0">
                <a:solidFill>
                  <a:schemeClr val="tx1">
                    <a:lumMod val="75000"/>
                    <a:lumOff val="25000"/>
                  </a:schemeClr>
                </a:solidFill>
              </a:rPr>
              <a:t>Number Generating Functions with description</a:t>
            </a:r>
            <a:endParaRPr lang="en-US" sz="2800" dirty="0"/>
          </a:p>
        </p:txBody>
      </p:sp>
      <p:graphicFrame>
        <p:nvGraphicFramePr>
          <p:cNvPr id="15" name="Table 14"/>
          <p:cNvGraphicFramePr>
            <a:graphicFrameLocks noGrp="1"/>
          </p:cNvGraphicFramePr>
          <p:nvPr>
            <p:extLst>
              <p:ext uri="{D42A27DB-BD31-4B8C-83A1-F6EECF244321}">
                <p14:modId xmlns:p14="http://schemas.microsoft.com/office/powerpoint/2010/main" val="2080966184"/>
              </p:ext>
            </p:extLst>
          </p:nvPr>
        </p:nvGraphicFramePr>
        <p:xfrm>
          <a:off x="1037554" y="20988754"/>
          <a:ext cx="8313175" cy="7410515"/>
        </p:xfrm>
        <a:graphic>
          <a:graphicData uri="http://schemas.openxmlformats.org/drawingml/2006/table">
            <a:tbl>
              <a:tblPr>
                <a:tableStyleId>{5C22544A-7EE6-4342-B048-85BDC9FD1C3A}</a:tableStyleId>
              </a:tblPr>
              <a:tblGrid>
                <a:gridCol w="3977149"/>
                <a:gridCol w="1268361"/>
                <a:gridCol w="1563329"/>
                <a:gridCol w="1504336"/>
              </a:tblGrid>
              <a:tr h="611183">
                <a:tc>
                  <a:txBody>
                    <a:bodyPr/>
                    <a:lstStyle/>
                    <a:p>
                      <a:pPr marL="0" marR="0" algn="ctr">
                        <a:lnSpc>
                          <a:spcPct val="100000"/>
                        </a:lnSpc>
                        <a:spcBef>
                          <a:spcPts val="1200"/>
                        </a:spcBef>
                        <a:spcAft>
                          <a:spcPts val="0"/>
                        </a:spcAft>
                      </a:pPr>
                      <a:r>
                        <a:rPr lang="en-US" sz="3200" b="1" dirty="0">
                          <a:solidFill>
                            <a:srgbClr val="001848"/>
                          </a:solidFill>
                          <a:effectLst/>
                        </a:rPr>
                        <a:t>Description</a:t>
                      </a:r>
                      <a:endParaRPr lang="en-US" sz="3200" b="1" dirty="0">
                        <a:solidFill>
                          <a:srgbClr val="001848"/>
                        </a:solidFill>
                        <a:effectLst/>
                        <a:latin typeface="Calibri" panose="020F0502020204030204" pitchFamily="34" charset="0"/>
                        <a:ea typeface="Calibri" panose="020F0502020204030204" pitchFamily="34" charset="0"/>
                        <a:cs typeface="Calibri" panose="020F0502020204030204" pitchFamily="34" charset="0"/>
                      </a:endParaRPr>
                    </a:p>
                  </a:txBody>
                  <a:tcPr marL="43524" marR="4352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800"/>
                        </a:spcAft>
                      </a:pPr>
                      <a:r>
                        <a:rPr lang="en-US" sz="3200" dirty="0">
                          <a:solidFill>
                            <a:srgbClr val="001848"/>
                          </a:solidFill>
                          <a:effectLst/>
                        </a:rPr>
                        <a:t> </a:t>
                      </a:r>
                      <a:r>
                        <a:rPr lang="en-US" sz="3200" b="1" dirty="0" smtClean="0">
                          <a:solidFill>
                            <a:srgbClr val="001848"/>
                          </a:solidFill>
                          <a:effectLst/>
                        </a:rPr>
                        <a:t>Seeds</a:t>
                      </a:r>
                      <a:r>
                        <a:rPr lang="en-US" sz="3200" dirty="0" smtClean="0">
                          <a:solidFill>
                            <a:srgbClr val="001848"/>
                          </a:solidFill>
                          <a:effectLst/>
                        </a:rPr>
                        <a:t>                                                                 </a:t>
                      </a:r>
                      <a:endParaRPr lang="en-US" sz="3200" dirty="0">
                        <a:solidFill>
                          <a:srgbClr val="001848"/>
                        </a:solidFill>
                        <a:effectLst/>
                        <a:latin typeface="Calibri" panose="020F0502020204030204" pitchFamily="34" charset="0"/>
                        <a:ea typeface="Calibri" panose="020F0502020204030204" pitchFamily="34" charset="0"/>
                        <a:cs typeface="Calibri" panose="020F0502020204030204" pitchFamily="34" charset="0"/>
                      </a:endParaRPr>
                    </a:p>
                  </a:txBody>
                  <a:tcPr marL="43524" marR="43524" marT="0"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800"/>
                        </a:spcAft>
                      </a:pPr>
                      <a:r>
                        <a:rPr lang="en-US" sz="3200" b="1" dirty="0" smtClean="0">
                          <a:solidFill>
                            <a:srgbClr val="001848"/>
                          </a:solidFill>
                          <a:effectLst/>
                          <a:latin typeface="Calibri" panose="020F0502020204030204" pitchFamily="34" charset="0"/>
                          <a:ea typeface="Calibri" panose="020F0502020204030204" pitchFamily="34" charset="0"/>
                          <a:cs typeface="Calibri" panose="020F0502020204030204" pitchFamily="34" charset="0"/>
                        </a:rPr>
                        <a:t>Period</a:t>
                      </a:r>
                      <a:endParaRPr lang="en-US" sz="3200" b="1" dirty="0">
                        <a:solidFill>
                          <a:srgbClr val="001848"/>
                        </a:solidFill>
                        <a:effectLst/>
                        <a:latin typeface="Calibri" panose="020F0502020204030204" pitchFamily="34" charset="0"/>
                        <a:ea typeface="Calibri" panose="020F0502020204030204" pitchFamily="34" charset="0"/>
                        <a:cs typeface="Calibri" panose="020F0502020204030204" pitchFamily="34" charset="0"/>
                      </a:endParaRPr>
                    </a:p>
                  </a:txBody>
                  <a:tcPr marL="43524" marR="43524" marT="0"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3200" b="1" dirty="0">
                          <a:solidFill>
                            <a:srgbClr val="001848"/>
                          </a:solidFill>
                          <a:effectLst/>
                        </a:rPr>
                        <a:t>Average</a:t>
                      </a:r>
                      <a:endParaRPr lang="en-US" sz="3200" b="1" dirty="0">
                        <a:solidFill>
                          <a:srgbClr val="001848"/>
                        </a:solidFill>
                        <a:effectLst/>
                        <a:latin typeface="Calibri" panose="020F0502020204030204" pitchFamily="34" charset="0"/>
                        <a:ea typeface="Calibri" panose="020F0502020204030204" pitchFamily="34" charset="0"/>
                        <a:cs typeface="Calibri" panose="020F0502020204030204" pitchFamily="34" charset="0"/>
                      </a:endParaRPr>
                    </a:p>
                  </a:txBody>
                  <a:tcPr marL="43524" marR="43524" marT="0" marB="0" anchor="ctr">
                    <a:lnL w="12700" cap="flat" cmpd="sng" algn="ctr">
                      <a:solidFill>
                        <a:schemeClr val="tx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714411">
                <a:tc>
                  <a:txBody>
                    <a:bodyPr/>
                    <a:lstStyle/>
                    <a:p>
                      <a:pPr marL="0" marR="0" lvl="0" indent="0" algn="l">
                        <a:lnSpc>
                          <a:spcPct val="100000"/>
                        </a:lnSpc>
                        <a:spcBef>
                          <a:spcPts val="0"/>
                        </a:spcBef>
                        <a:spcAft>
                          <a:spcPts val="0"/>
                        </a:spcAft>
                        <a:buSzPts val="1200"/>
                        <a:buFont typeface="+mj-lt"/>
                        <a:buNone/>
                      </a:pPr>
                      <a:r>
                        <a:rPr lang="en-US" sz="2800" b="1" dirty="0" smtClean="0">
                          <a:solidFill>
                            <a:srgbClr val="001848"/>
                          </a:solidFill>
                          <a:effectLst/>
                        </a:rPr>
                        <a:t>1. r4_random </a:t>
                      </a:r>
                      <a:r>
                        <a:rPr lang="en-US" sz="2800" b="1" dirty="0">
                          <a:solidFill>
                            <a:srgbClr val="001848"/>
                          </a:solidFill>
                          <a:effectLst/>
                        </a:rPr>
                        <a:t>( s1, s2, s3 </a:t>
                      </a:r>
                      <a:r>
                        <a:rPr lang="en-US" sz="2800" b="1" dirty="0" smtClean="0">
                          <a:solidFill>
                            <a:srgbClr val="001848"/>
                          </a:solidFill>
                          <a:effectLst/>
                        </a:rPr>
                        <a:t>)</a:t>
                      </a:r>
                      <a:r>
                        <a:rPr lang="en-US" sz="2800" dirty="0" smtClean="0">
                          <a:solidFill>
                            <a:srgbClr val="001848"/>
                          </a:solidFill>
                          <a:effectLst/>
                        </a:rPr>
                        <a:t>  </a:t>
                      </a:r>
                      <a:endParaRPr lang="en-US" sz="2800" dirty="0">
                        <a:solidFill>
                          <a:srgbClr val="001848"/>
                        </a:solidFill>
                        <a:effectLst/>
                        <a:latin typeface="Times New Roman" panose="02020603050405020304" pitchFamily="18" charset="0"/>
                        <a:ea typeface="Calibri" panose="020F0502020204030204" pitchFamily="34" charset="0"/>
                        <a:cs typeface="Calibri" panose="020F0502020204030204" pitchFamily="34" charset="0"/>
                      </a:endParaRPr>
                    </a:p>
                  </a:txBody>
                  <a:tcPr marL="43524" marR="4352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marL="0" marR="0" algn="ctr">
                        <a:lnSpc>
                          <a:spcPct val="100000"/>
                        </a:lnSpc>
                        <a:spcBef>
                          <a:spcPts val="0"/>
                        </a:spcBef>
                        <a:spcAft>
                          <a:spcPts val="0"/>
                        </a:spcAft>
                      </a:pPr>
                      <a:r>
                        <a:rPr lang="en-US" sz="3200" b="1" dirty="0" smtClean="0">
                          <a:solidFill>
                            <a:srgbClr val="001848"/>
                          </a:solidFill>
                          <a:effectLst/>
                        </a:rPr>
                        <a:t>3</a:t>
                      </a:r>
                      <a:endParaRPr lang="en-US" sz="3200" b="1" dirty="0">
                        <a:solidFill>
                          <a:srgbClr val="001848"/>
                        </a:solidFill>
                        <a:effectLst/>
                        <a:latin typeface="Calibri" panose="020F0502020204030204" pitchFamily="34" charset="0"/>
                        <a:ea typeface="Calibri" panose="020F0502020204030204" pitchFamily="34" charset="0"/>
                        <a:cs typeface="Calibri" panose="020F0502020204030204" pitchFamily="34" charset="0"/>
                      </a:endParaRPr>
                    </a:p>
                  </a:txBody>
                  <a:tcPr marL="43524" marR="43524" marT="0"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lnSpc>
                          <a:spcPct val="100000"/>
                        </a:lnSpc>
                        <a:spcAft>
                          <a:spcPts val="0"/>
                        </a:spcAft>
                      </a:pPr>
                      <a:r>
                        <a:rPr lang="en-US" sz="3200" b="1" dirty="0" smtClean="0">
                          <a:solidFill>
                            <a:srgbClr val="001848"/>
                          </a:solidFill>
                          <a:effectLst/>
                        </a:rPr>
                        <a:t>6.9x10</a:t>
                      </a:r>
                      <a:r>
                        <a:rPr lang="en-US" sz="3200" b="1" baseline="30000" dirty="0" smtClean="0">
                          <a:solidFill>
                            <a:srgbClr val="001848"/>
                          </a:solidFill>
                          <a:effectLst/>
                        </a:rPr>
                        <a:t>12</a:t>
                      </a:r>
                    </a:p>
                  </a:txBody>
                  <a:tcPr marL="43524" marR="43524" marT="0"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marL="0" marR="0" algn="ctr">
                        <a:lnSpc>
                          <a:spcPct val="100000"/>
                        </a:lnSpc>
                        <a:spcBef>
                          <a:spcPts val="0"/>
                        </a:spcBef>
                        <a:spcAft>
                          <a:spcPts val="0"/>
                        </a:spcAft>
                      </a:pPr>
                      <a:r>
                        <a:rPr lang="en-US" sz="3200" b="1" dirty="0" smtClean="0">
                          <a:solidFill>
                            <a:srgbClr val="001848"/>
                          </a:solidFill>
                          <a:effectLst/>
                        </a:rPr>
                        <a:t>0.4998</a:t>
                      </a:r>
                      <a:endParaRPr lang="en-US" sz="3200" b="1" dirty="0">
                        <a:solidFill>
                          <a:srgbClr val="001848"/>
                        </a:solidFill>
                        <a:effectLst/>
                        <a:latin typeface="Calibri" panose="020F0502020204030204" pitchFamily="34" charset="0"/>
                        <a:ea typeface="Calibri" panose="020F0502020204030204" pitchFamily="34" charset="0"/>
                        <a:cs typeface="Calibri" panose="020F0502020204030204" pitchFamily="34" charset="0"/>
                      </a:endParaRPr>
                    </a:p>
                  </a:txBody>
                  <a:tcPr marL="43524" marR="43524" marT="0" marB="0" anchor="ctr">
                    <a:lnL w="12700" cap="flat" cmpd="sng" algn="ctr">
                      <a:solidFill>
                        <a:schemeClr val="tx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dot"/>
                      <a:round/>
                      <a:headEnd type="none" w="med" len="med"/>
                      <a:tailEnd type="none" w="med" len="med"/>
                    </a:lnB>
                  </a:tcPr>
                </a:tc>
              </a:tr>
              <a:tr h="714411">
                <a:tc>
                  <a:txBody>
                    <a:bodyPr/>
                    <a:lstStyle/>
                    <a:p>
                      <a:pPr marL="0" marR="0" lvl="0" indent="0" algn="l">
                        <a:lnSpc>
                          <a:spcPct val="100000"/>
                        </a:lnSpc>
                        <a:spcBef>
                          <a:spcPts val="0"/>
                        </a:spcBef>
                        <a:spcAft>
                          <a:spcPts val="0"/>
                        </a:spcAft>
                        <a:buSzPts val="1200"/>
                        <a:buFont typeface="+mj-lt"/>
                        <a:buNone/>
                      </a:pPr>
                      <a:r>
                        <a:rPr lang="en-US" sz="2800" b="1" dirty="0" smtClean="0">
                          <a:solidFill>
                            <a:srgbClr val="001848"/>
                          </a:solidFill>
                          <a:effectLst/>
                        </a:rPr>
                        <a:t>2. r4_uni </a:t>
                      </a:r>
                      <a:r>
                        <a:rPr lang="en-US" sz="2800" b="1" dirty="0">
                          <a:solidFill>
                            <a:srgbClr val="001848"/>
                          </a:solidFill>
                          <a:effectLst/>
                        </a:rPr>
                        <a:t>( s1, s2 </a:t>
                      </a:r>
                      <a:r>
                        <a:rPr lang="en-US" sz="2800" b="1" dirty="0" smtClean="0">
                          <a:solidFill>
                            <a:srgbClr val="001848"/>
                          </a:solidFill>
                          <a:effectLst/>
                        </a:rPr>
                        <a:t>)</a:t>
                      </a:r>
                      <a:endParaRPr lang="en-US" sz="2800" b="1" dirty="0">
                        <a:solidFill>
                          <a:srgbClr val="001848"/>
                        </a:solidFill>
                        <a:effectLst/>
                      </a:endParaRPr>
                    </a:p>
                  </a:txBody>
                  <a:tcPr marL="43524" marR="4352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marL="0" marR="0" algn="ctr">
                        <a:lnSpc>
                          <a:spcPct val="100000"/>
                        </a:lnSpc>
                        <a:spcBef>
                          <a:spcPts val="0"/>
                        </a:spcBef>
                        <a:spcAft>
                          <a:spcPts val="0"/>
                        </a:spcAft>
                      </a:pPr>
                      <a:r>
                        <a:rPr lang="en-US" sz="3200" b="1" u="none" dirty="0" smtClean="0">
                          <a:solidFill>
                            <a:srgbClr val="001848"/>
                          </a:solidFill>
                          <a:effectLst/>
                        </a:rPr>
                        <a:t>2</a:t>
                      </a:r>
                      <a:endParaRPr lang="en-US" sz="3200" b="1" u="none" dirty="0">
                        <a:solidFill>
                          <a:srgbClr val="001848"/>
                        </a:solidFill>
                        <a:effectLst/>
                      </a:endParaRPr>
                    </a:p>
                  </a:txBody>
                  <a:tcPr marL="43524" marR="43524" marT="0"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marL="0" marR="0" algn="ctr">
                        <a:lnSpc>
                          <a:spcPct val="100000"/>
                        </a:lnSpc>
                        <a:spcBef>
                          <a:spcPts val="1200"/>
                        </a:spcBef>
                        <a:spcAft>
                          <a:spcPts val="0"/>
                        </a:spcAft>
                      </a:pPr>
                      <a:r>
                        <a:rPr lang="en-US" sz="3200" b="1" dirty="0" smtClean="0">
                          <a:solidFill>
                            <a:srgbClr val="001848"/>
                          </a:solidFill>
                          <a:effectLst/>
                        </a:rPr>
                        <a:t>2.3x10</a:t>
                      </a:r>
                      <a:r>
                        <a:rPr lang="en-US" sz="3200" b="1" baseline="30000" dirty="0" smtClean="0">
                          <a:solidFill>
                            <a:srgbClr val="001848"/>
                          </a:solidFill>
                          <a:effectLst/>
                        </a:rPr>
                        <a:t>18</a:t>
                      </a:r>
                      <a:endParaRPr lang="en-US" sz="3200" b="1" dirty="0">
                        <a:solidFill>
                          <a:srgbClr val="001848"/>
                        </a:solidFill>
                        <a:effectLst/>
                        <a:latin typeface="Calibri" panose="020F0502020204030204" pitchFamily="34" charset="0"/>
                        <a:ea typeface="Calibri" panose="020F0502020204030204" pitchFamily="34" charset="0"/>
                        <a:cs typeface="Calibri" panose="020F0502020204030204" pitchFamily="34" charset="0"/>
                      </a:endParaRPr>
                    </a:p>
                  </a:txBody>
                  <a:tcPr marL="43524" marR="43524" marT="0"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marL="0" marR="0" algn="ctr">
                        <a:lnSpc>
                          <a:spcPct val="100000"/>
                        </a:lnSpc>
                        <a:spcBef>
                          <a:spcPts val="0"/>
                        </a:spcBef>
                        <a:spcAft>
                          <a:spcPts val="0"/>
                        </a:spcAft>
                      </a:pPr>
                      <a:r>
                        <a:rPr lang="en-US" sz="3200" b="1" dirty="0" smtClean="0">
                          <a:solidFill>
                            <a:srgbClr val="001848"/>
                          </a:solidFill>
                          <a:effectLst/>
                        </a:rPr>
                        <a:t>0.5000</a:t>
                      </a:r>
                      <a:endParaRPr lang="en-US" sz="3200" b="1" dirty="0">
                        <a:solidFill>
                          <a:srgbClr val="001848"/>
                        </a:solidFill>
                        <a:effectLst/>
                        <a:latin typeface="Calibri" panose="020F0502020204030204" pitchFamily="34" charset="0"/>
                        <a:ea typeface="Calibri" panose="020F0502020204030204" pitchFamily="34" charset="0"/>
                        <a:cs typeface="Calibri" panose="020F0502020204030204" pitchFamily="34" charset="0"/>
                      </a:endParaRPr>
                    </a:p>
                  </a:txBody>
                  <a:tcPr marL="43524" marR="43524" marT="0" marB="0" anchor="ctr">
                    <a:lnL w="12700" cap="flat" cmpd="sng" algn="ctr">
                      <a:solidFill>
                        <a:schemeClr val="tx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r>
              <a:tr h="826038">
                <a:tc>
                  <a:txBody>
                    <a:bodyPr/>
                    <a:lstStyle/>
                    <a:p>
                      <a:pPr marL="0" marR="0" lvl="0" indent="0" algn="l">
                        <a:lnSpc>
                          <a:spcPct val="100000"/>
                        </a:lnSpc>
                        <a:spcBef>
                          <a:spcPts val="0"/>
                        </a:spcBef>
                        <a:spcAft>
                          <a:spcPts val="0"/>
                        </a:spcAft>
                        <a:buSzPts val="1200"/>
                        <a:buFont typeface="+mj-lt"/>
                        <a:buNone/>
                      </a:pPr>
                      <a:r>
                        <a:rPr lang="en-US" sz="2800" b="1" dirty="0" smtClean="0">
                          <a:solidFill>
                            <a:srgbClr val="001848"/>
                          </a:solidFill>
                          <a:effectLst/>
                        </a:rPr>
                        <a:t>3. r8_random </a:t>
                      </a:r>
                      <a:r>
                        <a:rPr lang="en-US" sz="2800" b="1" dirty="0">
                          <a:solidFill>
                            <a:srgbClr val="001848"/>
                          </a:solidFill>
                          <a:effectLst/>
                        </a:rPr>
                        <a:t>( s1, s2, s3 </a:t>
                      </a:r>
                      <a:r>
                        <a:rPr lang="en-US" sz="2800" b="1" dirty="0" smtClean="0">
                          <a:solidFill>
                            <a:srgbClr val="001848"/>
                          </a:solidFill>
                          <a:effectLst/>
                        </a:rPr>
                        <a:t>)</a:t>
                      </a:r>
                      <a:endParaRPr lang="en-US" sz="2800" b="1" dirty="0">
                        <a:solidFill>
                          <a:srgbClr val="001848"/>
                        </a:solidFill>
                        <a:effectLst/>
                      </a:endParaRPr>
                    </a:p>
                  </a:txBody>
                  <a:tcPr marL="43524" marR="4352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marL="0" marR="0" algn="ctr">
                        <a:lnSpc>
                          <a:spcPct val="100000"/>
                        </a:lnSpc>
                        <a:spcBef>
                          <a:spcPts val="0"/>
                        </a:spcBef>
                        <a:spcAft>
                          <a:spcPts val="0"/>
                        </a:spcAft>
                      </a:pPr>
                      <a:r>
                        <a:rPr lang="en-US" sz="3200" dirty="0" smtClean="0">
                          <a:solidFill>
                            <a:srgbClr val="001848"/>
                          </a:solidFill>
                          <a:effectLst/>
                        </a:rPr>
                        <a:t>3</a:t>
                      </a:r>
                      <a:endParaRPr lang="en-US" sz="3200" b="1" dirty="0">
                        <a:solidFill>
                          <a:srgbClr val="001848"/>
                        </a:solidFill>
                        <a:effectLst/>
                        <a:latin typeface="Calibri" panose="020F0502020204030204" pitchFamily="34" charset="0"/>
                        <a:ea typeface="Calibri" panose="020F0502020204030204" pitchFamily="34" charset="0"/>
                        <a:cs typeface="Calibri" panose="020F0502020204030204" pitchFamily="34" charset="0"/>
                      </a:endParaRPr>
                    </a:p>
                  </a:txBody>
                  <a:tcPr marL="43524" marR="43524" marT="0"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marL="0" marR="0" algn="ctr">
                        <a:lnSpc>
                          <a:spcPct val="100000"/>
                        </a:lnSpc>
                        <a:spcBef>
                          <a:spcPts val="1200"/>
                        </a:spcBef>
                        <a:spcAft>
                          <a:spcPts val="0"/>
                        </a:spcAft>
                      </a:pPr>
                      <a:r>
                        <a:rPr lang="en-US" sz="3200" b="1" dirty="0" smtClean="0">
                          <a:solidFill>
                            <a:srgbClr val="001848"/>
                          </a:solidFill>
                          <a:effectLst/>
                        </a:rPr>
                        <a:t>6.9x10</a:t>
                      </a:r>
                      <a:r>
                        <a:rPr lang="en-US" sz="3200" b="1" baseline="30000" dirty="0" smtClean="0">
                          <a:solidFill>
                            <a:srgbClr val="001848"/>
                          </a:solidFill>
                          <a:effectLst/>
                        </a:rPr>
                        <a:t>12</a:t>
                      </a:r>
                      <a:endParaRPr lang="en-US" sz="3200" b="1" dirty="0">
                        <a:solidFill>
                          <a:srgbClr val="001848"/>
                        </a:solidFill>
                        <a:effectLst/>
                        <a:latin typeface="Calibri" panose="020F0502020204030204" pitchFamily="34" charset="0"/>
                        <a:ea typeface="Calibri" panose="020F0502020204030204" pitchFamily="34" charset="0"/>
                        <a:cs typeface="Calibri" panose="020F0502020204030204" pitchFamily="34" charset="0"/>
                      </a:endParaRPr>
                    </a:p>
                  </a:txBody>
                  <a:tcPr marL="43524" marR="43524" marT="0"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marL="0" marR="0" algn="ctr">
                        <a:lnSpc>
                          <a:spcPct val="100000"/>
                        </a:lnSpc>
                        <a:spcBef>
                          <a:spcPts val="0"/>
                        </a:spcBef>
                        <a:spcAft>
                          <a:spcPts val="0"/>
                        </a:spcAft>
                      </a:pPr>
                      <a:r>
                        <a:rPr lang="en-US" sz="3200" dirty="0">
                          <a:solidFill>
                            <a:srgbClr val="001848"/>
                          </a:solidFill>
                          <a:effectLst/>
                        </a:rPr>
                        <a:t> </a:t>
                      </a:r>
                      <a:r>
                        <a:rPr lang="en-US" sz="3200" b="1" dirty="0" smtClean="0">
                          <a:solidFill>
                            <a:srgbClr val="001848"/>
                          </a:solidFill>
                          <a:effectLst/>
                        </a:rPr>
                        <a:t>0.4998</a:t>
                      </a:r>
                      <a:endParaRPr lang="en-US" sz="3200" b="1" dirty="0">
                        <a:solidFill>
                          <a:srgbClr val="001848"/>
                        </a:solidFill>
                        <a:effectLst/>
                        <a:latin typeface="Calibri" panose="020F0502020204030204" pitchFamily="34" charset="0"/>
                        <a:ea typeface="Calibri" panose="020F0502020204030204" pitchFamily="34" charset="0"/>
                        <a:cs typeface="Calibri" panose="020F0502020204030204" pitchFamily="34" charset="0"/>
                      </a:endParaRPr>
                    </a:p>
                  </a:txBody>
                  <a:tcPr marL="43524" marR="43524" marT="0" marB="0" anchor="ctr">
                    <a:lnL w="12700" cap="flat" cmpd="sng" algn="ctr">
                      <a:solidFill>
                        <a:schemeClr val="tx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r>
              <a:tr h="714411">
                <a:tc>
                  <a:txBody>
                    <a:bodyPr/>
                    <a:lstStyle/>
                    <a:p>
                      <a:pPr marL="0" marR="0" lvl="0" indent="0" algn="l">
                        <a:lnSpc>
                          <a:spcPct val="100000"/>
                        </a:lnSpc>
                        <a:spcBef>
                          <a:spcPts val="0"/>
                        </a:spcBef>
                        <a:spcAft>
                          <a:spcPts val="0"/>
                        </a:spcAft>
                        <a:buSzPts val="1200"/>
                        <a:buFont typeface="+mj-lt"/>
                        <a:buNone/>
                      </a:pPr>
                      <a:r>
                        <a:rPr lang="en-US" sz="2800" b="1" dirty="0" smtClean="0">
                          <a:solidFill>
                            <a:srgbClr val="001848"/>
                          </a:solidFill>
                          <a:effectLst/>
                        </a:rPr>
                        <a:t>4. r8_uni </a:t>
                      </a:r>
                      <a:r>
                        <a:rPr lang="en-US" sz="2800" b="1" dirty="0">
                          <a:solidFill>
                            <a:srgbClr val="001848"/>
                          </a:solidFill>
                          <a:effectLst/>
                        </a:rPr>
                        <a:t>( s1, s2 </a:t>
                      </a:r>
                      <a:r>
                        <a:rPr lang="en-US" sz="2800" b="1" dirty="0" smtClean="0">
                          <a:solidFill>
                            <a:srgbClr val="001848"/>
                          </a:solidFill>
                          <a:effectLst/>
                        </a:rPr>
                        <a:t>)</a:t>
                      </a:r>
                      <a:endParaRPr lang="en-US" sz="2800" dirty="0">
                        <a:solidFill>
                          <a:srgbClr val="001848"/>
                        </a:solidFill>
                        <a:effectLst/>
                      </a:endParaRPr>
                    </a:p>
                  </a:txBody>
                  <a:tcPr marL="43524" marR="4352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marL="0" marR="0" algn="ctr">
                        <a:lnSpc>
                          <a:spcPct val="100000"/>
                        </a:lnSpc>
                        <a:spcBef>
                          <a:spcPts val="0"/>
                        </a:spcBef>
                        <a:spcAft>
                          <a:spcPts val="0"/>
                        </a:spcAft>
                      </a:pPr>
                      <a:r>
                        <a:rPr lang="en-US" sz="3200" u="none" dirty="0" smtClean="0">
                          <a:solidFill>
                            <a:srgbClr val="001848"/>
                          </a:solidFill>
                          <a:effectLst/>
                        </a:rPr>
                        <a:t>2</a:t>
                      </a:r>
                      <a:endParaRPr lang="en-US" sz="3200" b="1" u="none" dirty="0">
                        <a:solidFill>
                          <a:srgbClr val="001848"/>
                        </a:solidFill>
                        <a:effectLst/>
                        <a:latin typeface="Calibri" panose="020F0502020204030204" pitchFamily="34" charset="0"/>
                        <a:ea typeface="Calibri" panose="020F0502020204030204" pitchFamily="34" charset="0"/>
                        <a:cs typeface="Calibri" panose="020F0502020204030204" pitchFamily="34" charset="0"/>
                      </a:endParaRPr>
                    </a:p>
                  </a:txBody>
                  <a:tcPr marL="43524" marR="43524" marT="0"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marL="0" marR="0" algn="ctr">
                        <a:lnSpc>
                          <a:spcPct val="100000"/>
                        </a:lnSpc>
                        <a:spcBef>
                          <a:spcPts val="0"/>
                        </a:spcBef>
                        <a:spcAft>
                          <a:spcPts val="0"/>
                        </a:spcAft>
                      </a:pPr>
                      <a:r>
                        <a:rPr lang="en-US" sz="3200" b="1" dirty="0" smtClean="0">
                          <a:solidFill>
                            <a:srgbClr val="001848"/>
                          </a:solidFill>
                          <a:effectLst/>
                        </a:rPr>
                        <a:t>2.3x10</a:t>
                      </a:r>
                      <a:r>
                        <a:rPr lang="en-US" sz="3200" b="1" baseline="30000" dirty="0" smtClean="0">
                          <a:solidFill>
                            <a:srgbClr val="001848"/>
                          </a:solidFill>
                          <a:effectLst/>
                        </a:rPr>
                        <a:t>18</a:t>
                      </a:r>
                      <a:endParaRPr lang="en-US" sz="3200" b="1" dirty="0">
                        <a:solidFill>
                          <a:srgbClr val="001848"/>
                        </a:solidFill>
                        <a:effectLst/>
                        <a:latin typeface="Calibri" panose="020F0502020204030204" pitchFamily="34" charset="0"/>
                        <a:ea typeface="Calibri" panose="020F0502020204030204" pitchFamily="34" charset="0"/>
                        <a:cs typeface="Calibri" panose="020F0502020204030204" pitchFamily="34" charset="0"/>
                      </a:endParaRPr>
                    </a:p>
                  </a:txBody>
                  <a:tcPr marL="43524" marR="43524" marT="0"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marL="0" marR="0" algn="ctr">
                        <a:lnSpc>
                          <a:spcPct val="100000"/>
                        </a:lnSpc>
                        <a:spcBef>
                          <a:spcPts val="0"/>
                        </a:spcBef>
                        <a:spcAft>
                          <a:spcPts val="0"/>
                        </a:spcAft>
                      </a:pPr>
                      <a:r>
                        <a:rPr lang="en-US" sz="3200" dirty="0">
                          <a:solidFill>
                            <a:srgbClr val="001848"/>
                          </a:solidFill>
                          <a:effectLst/>
                        </a:rPr>
                        <a:t> </a:t>
                      </a:r>
                      <a:r>
                        <a:rPr lang="en-US" sz="3200" b="1" dirty="0" smtClean="0">
                          <a:solidFill>
                            <a:srgbClr val="001848"/>
                          </a:solidFill>
                          <a:effectLst/>
                        </a:rPr>
                        <a:t>0.5000</a:t>
                      </a:r>
                      <a:endParaRPr lang="en-US" sz="3200" b="1" dirty="0">
                        <a:solidFill>
                          <a:srgbClr val="001848"/>
                        </a:solidFill>
                        <a:effectLst/>
                        <a:latin typeface="Calibri" panose="020F0502020204030204" pitchFamily="34" charset="0"/>
                        <a:ea typeface="Calibri" panose="020F0502020204030204" pitchFamily="34" charset="0"/>
                        <a:cs typeface="Calibri" panose="020F0502020204030204" pitchFamily="34" charset="0"/>
                      </a:endParaRPr>
                    </a:p>
                  </a:txBody>
                  <a:tcPr marL="43524" marR="43524" marT="0" marB="0" anchor="ctr">
                    <a:lnL w="12700" cap="flat" cmpd="sng" algn="ctr">
                      <a:solidFill>
                        <a:schemeClr val="tx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r>
              <a:tr h="714411">
                <a:tc>
                  <a:txBody>
                    <a:bodyPr/>
                    <a:lstStyle/>
                    <a:p>
                      <a:pPr marL="0" marR="0" lvl="0" indent="0" algn="l">
                        <a:lnSpc>
                          <a:spcPct val="100000"/>
                        </a:lnSpc>
                        <a:spcBef>
                          <a:spcPts val="0"/>
                        </a:spcBef>
                        <a:spcAft>
                          <a:spcPts val="0"/>
                        </a:spcAft>
                        <a:buSzPts val="1200"/>
                        <a:buFont typeface="+mj-lt"/>
                        <a:buNone/>
                      </a:pPr>
                      <a:r>
                        <a:rPr lang="en-US" sz="2800" b="1" dirty="0" smtClean="0">
                          <a:solidFill>
                            <a:srgbClr val="001848"/>
                          </a:solidFill>
                          <a:effectLst/>
                        </a:rPr>
                        <a:t>5. r4_uniform_01 </a:t>
                      </a:r>
                      <a:r>
                        <a:rPr lang="en-US" sz="2800" b="1" dirty="0">
                          <a:solidFill>
                            <a:srgbClr val="001848"/>
                          </a:solidFill>
                          <a:effectLst/>
                        </a:rPr>
                        <a:t>( </a:t>
                      </a:r>
                      <a:r>
                        <a:rPr lang="en-US" sz="2800" b="1" dirty="0" smtClean="0">
                          <a:solidFill>
                            <a:srgbClr val="001848"/>
                          </a:solidFill>
                          <a:effectLst/>
                        </a:rPr>
                        <a:t>s )</a:t>
                      </a:r>
                      <a:endParaRPr lang="en-US" sz="2800" b="1" dirty="0">
                        <a:solidFill>
                          <a:srgbClr val="001848"/>
                        </a:solidFill>
                        <a:effectLst/>
                      </a:endParaRPr>
                    </a:p>
                  </a:txBody>
                  <a:tcPr marL="43524" marR="4352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marL="0" marR="0" algn="ctr">
                        <a:lnSpc>
                          <a:spcPct val="100000"/>
                        </a:lnSpc>
                        <a:spcBef>
                          <a:spcPts val="0"/>
                        </a:spcBef>
                        <a:spcAft>
                          <a:spcPts val="0"/>
                        </a:spcAft>
                      </a:pPr>
                      <a:r>
                        <a:rPr lang="en-US" sz="3200" dirty="0" smtClean="0">
                          <a:solidFill>
                            <a:srgbClr val="001848"/>
                          </a:solidFill>
                          <a:effectLst/>
                        </a:rPr>
                        <a:t>1</a:t>
                      </a:r>
                      <a:endParaRPr lang="en-US" sz="3200" b="1" dirty="0">
                        <a:solidFill>
                          <a:srgbClr val="001848"/>
                        </a:solidFill>
                        <a:effectLst/>
                      </a:endParaRPr>
                    </a:p>
                  </a:txBody>
                  <a:tcPr marL="43524" marR="43524" marT="0"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marL="119380" marR="0" algn="ctr">
                        <a:lnSpc>
                          <a:spcPct val="100000"/>
                        </a:lnSpc>
                        <a:spcBef>
                          <a:spcPts val="0"/>
                        </a:spcBef>
                        <a:spcAft>
                          <a:spcPts val="0"/>
                        </a:spcAft>
                      </a:pPr>
                      <a:r>
                        <a:rPr lang="en-US" sz="3200" dirty="0">
                          <a:solidFill>
                            <a:srgbClr val="001848"/>
                          </a:solidFill>
                          <a:effectLst/>
                        </a:rPr>
                        <a:t> </a:t>
                      </a:r>
                      <a:r>
                        <a:rPr lang="en-US" sz="3200" dirty="0" smtClean="0">
                          <a:solidFill>
                            <a:srgbClr val="001848"/>
                          </a:solidFill>
                          <a:effectLst/>
                        </a:rPr>
                        <a:t>NA</a:t>
                      </a:r>
                      <a:endParaRPr lang="en-US" sz="3200" dirty="0">
                        <a:solidFill>
                          <a:srgbClr val="001848"/>
                        </a:solidFill>
                        <a:effectLst/>
                        <a:latin typeface="Calibri" panose="020F0502020204030204" pitchFamily="34" charset="0"/>
                        <a:ea typeface="Calibri" panose="020F0502020204030204" pitchFamily="34" charset="0"/>
                        <a:cs typeface="Calibri" panose="020F0502020204030204" pitchFamily="34" charset="0"/>
                      </a:endParaRPr>
                    </a:p>
                  </a:txBody>
                  <a:tcPr marL="43524" marR="43524" marT="0"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marL="0" marR="0" algn="ctr">
                        <a:lnSpc>
                          <a:spcPct val="100000"/>
                        </a:lnSpc>
                        <a:spcBef>
                          <a:spcPts val="0"/>
                        </a:spcBef>
                        <a:spcAft>
                          <a:spcPts val="0"/>
                        </a:spcAft>
                      </a:pPr>
                      <a:r>
                        <a:rPr lang="en-US" sz="3200" b="1" dirty="0" smtClean="0">
                          <a:solidFill>
                            <a:srgbClr val="001848"/>
                          </a:solidFill>
                          <a:effectLst/>
                        </a:rPr>
                        <a:t>0.4997</a:t>
                      </a:r>
                      <a:endParaRPr lang="en-US" sz="3200" b="1" dirty="0">
                        <a:solidFill>
                          <a:srgbClr val="001848"/>
                        </a:solidFill>
                        <a:effectLst/>
                        <a:latin typeface="Calibri" panose="020F0502020204030204" pitchFamily="34" charset="0"/>
                        <a:ea typeface="Calibri" panose="020F0502020204030204" pitchFamily="34" charset="0"/>
                        <a:cs typeface="Calibri" panose="020F0502020204030204" pitchFamily="34" charset="0"/>
                      </a:endParaRPr>
                    </a:p>
                  </a:txBody>
                  <a:tcPr marL="43524" marR="43524" marT="0" marB="0" anchor="ctr">
                    <a:lnL w="12700" cap="flat" cmpd="sng" algn="ctr">
                      <a:solidFill>
                        <a:schemeClr val="tx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r>
              <a:tr h="690086">
                <a:tc>
                  <a:txBody>
                    <a:bodyPr/>
                    <a:lstStyle/>
                    <a:p>
                      <a:pPr marL="0" marR="0" lvl="0" indent="0" algn="l">
                        <a:lnSpc>
                          <a:spcPct val="100000"/>
                        </a:lnSpc>
                        <a:spcBef>
                          <a:spcPts val="0"/>
                        </a:spcBef>
                        <a:spcAft>
                          <a:spcPts val="0"/>
                        </a:spcAft>
                        <a:buSzPts val="1200"/>
                        <a:buFont typeface="+mj-lt"/>
                        <a:buNone/>
                      </a:pPr>
                      <a:r>
                        <a:rPr lang="en-US" sz="2800" b="1" dirty="0" smtClean="0">
                          <a:solidFill>
                            <a:srgbClr val="001848"/>
                          </a:solidFill>
                          <a:effectLst/>
                        </a:rPr>
                        <a:t>6. r8_uniform_01 </a:t>
                      </a:r>
                      <a:r>
                        <a:rPr lang="en-US" sz="2800" b="1" dirty="0">
                          <a:solidFill>
                            <a:srgbClr val="001848"/>
                          </a:solidFill>
                          <a:effectLst/>
                        </a:rPr>
                        <a:t>( </a:t>
                      </a:r>
                      <a:r>
                        <a:rPr lang="en-US" sz="2800" b="1" dirty="0" smtClean="0">
                          <a:solidFill>
                            <a:srgbClr val="001848"/>
                          </a:solidFill>
                          <a:effectLst/>
                        </a:rPr>
                        <a:t>s )</a:t>
                      </a:r>
                    </a:p>
                  </a:txBody>
                  <a:tcPr marL="43524" marR="4352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marL="0" marR="0" algn="ctr">
                        <a:lnSpc>
                          <a:spcPct val="100000"/>
                        </a:lnSpc>
                        <a:spcBef>
                          <a:spcPts val="0"/>
                        </a:spcBef>
                        <a:spcAft>
                          <a:spcPts val="0"/>
                        </a:spcAft>
                      </a:pPr>
                      <a:r>
                        <a:rPr lang="en-US" sz="3200" dirty="0" smtClean="0">
                          <a:solidFill>
                            <a:srgbClr val="001848"/>
                          </a:solidFill>
                          <a:effectLst/>
                        </a:rPr>
                        <a:t>1</a:t>
                      </a:r>
                      <a:endParaRPr lang="en-US" sz="3200" dirty="0">
                        <a:solidFill>
                          <a:srgbClr val="001848"/>
                        </a:solidFill>
                        <a:effectLst/>
                        <a:latin typeface="Calibri" panose="020F0502020204030204" pitchFamily="34" charset="0"/>
                        <a:ea typeface="Calibri" panose="020F0502020204030204" pitchFamily="34" charset="0"/>
                        <a:cs typeface="Calibri" panose="020F0502020204030204" pitchFamily="34" charset="0"/>
                      </a:endParaRPr>
                    </a:p>
                  </a:txBody>
                  <a:tcPr marL="43524" marR="43524" marT="0"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marL="119380" marR="0" algn="ctr">
                        <a:lnSpc>
                          <a:spcPct val="100000"/>
                        </a:lnSpc>
                        <a:spcBef>
                          <a:spcPts val="0"/>
                        </a:spcBef>
                        <a:spcAft>
                          <a:spcPts val="800"/>
                        </a:spcAft>
                      </a:pPr>
                      <a:r>
                        <a:rPr lang="en-US" sz="3200" dirty="0">
                          <a:solidFill>
                            <a:srgbClr val="001848"/>
                          </a:solidFill>
                          <a:effectLst/>
                        </a:rPr>
                        <a:t> </a:t>
                      </a:r>
                      <a:r>
                        <a:rPr lang="en-US" sz="3200" dirty="0" smtClean="0">
                          <a:solidFill>
                            <a:srgbClr val="001848"/>
                          </a:solidFill>
                          <a:effectLst/>
                        </a:rPr>
                        <a:t>NA</a:t>
                      </a:r>
                      <a:endParaRPr lang="en-US" sz="3200" dirty="0">
                        <a:solidFill>
                          <a:srgbClr val="001848"/>
                        </a:solidFill>
                        <a:effectLst/>
                        <a:latin typeface="Calibri" panose="020F0502020204030204" pitchFamily="34" charset="0"/>
                        <a:ea typeface="Calibri" panose="020F0502020204030204" pitchFamily="34" charset="0"/>
                        <a:cs typeface="Calibri" panose="020F0502020204030204" pitchFamily="34" charset="0"/>
                      </a:endParaRPr>
                    </a:p>
                  </a:txBody>
                  <a:tcPr marL="43524" marR="43524" marT="0"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marL="0" marR="0" algn="ctr">
                        <a:lnSpc>
                          <a:spcPct val="100000"/>
                        </a:lnSpc>
                        <a:spcBef>
                          <a:spcPts val="0"/>
                        </a:spcBef>
                        <a:spcAft>
                          <a:spcPts val="0"/>
                        </a:spcAft>
                      </a:pPr>
                      <a:r>
                        <a:rPr lang="en-US" sz="3200" dirty="0">
                          <a:solidFill>
                            <a:srgbClr val="001848"/>
                          </a:solidFill>
                          <a:effectLst/>
                        </a:rPr>
                        <a:t> </a:t>
                      </a:r>
                      <a:r>
                        <a:rPr lang="en-US" sz="3200" b="1" dirty="0" smtClean="0">
                          <a:solidFill>
                            <a:srgbClr val="001848"/>
                          </a:solidFill>
                          <a:effectLst/>
                        </a:rPr>
                        <a:t>0.4997</a:t>
                      </a:r>
                      <a:endParaRPr lang="en-US" sz="3200" b="1" dirty="0">
                        <a:solidFill>
                          <a:srgbClr val="001848"/>
                        </a:solidFill>
                        <a:effectLst/>
                        <a:latin typeface="Calibri" panose="020F0502020204030204" pitchFamily="34" charset="0"/>
                        <a:ea typeface="Calibri" panose="020F0502020204030204" pitchFamily="34" charset="0"/>
                        <a:cs typeface="Calibri" panose="020F0502020204030204" pitchFamily="34" charset="0"/>
                      </a:endParaRPr>
                    </a:p>
                  </a:txBody>
                  <a:tcPr marL="43524" marR="43524" marT="0" marB="0" anchor="ctr">
                    <a:lnL w="12700" cap="flat" cmpd="sng" algn="ctr">
                      <a:solidFill>
                        <a:schemeClr val="tx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r>
              <a:tr h="859474">
                <a:tc>
                  <a:txBody>
                    <a:bodyPr/>
                    <a:lstStyle/>
                    <a:p>
                      <a:pPr marL="0" marR="0" lvl="0" indent="0" algn="l">
                        <a:lnSpc>
                          <a:spcPct val="100000"/>
                        </a:lnSpc>
                        <a:spcBef>
                          <a:spcPts val="0"/>
                        </a:spcBef>
                        <a:spcAft>
                          <a:spcPts val="0"/>
                        </a:spcAft>
                        <a:buSzPts val="1200"/>
                        <a:buFont typeface="+mj-lt"/>
                        <a:buNone/>
                      </a:pPr>
                      <a:r>
                        <a:rPr lang="en-US" sz="2800" b="1" dirty="0" smtClean="0">
                          <a:solidFill>
                            <a:srgbClr val="001848"/>
                          </a:solidFill>
                          <a:effectLst/>
                        </a:rPr>
                        <a:t>7.</a:t>
                      </a:r>
                      <a:r>
                        <a:rPr lang="en-US" sz="2800" b="1" baseline="0" dirty="0" smtClean="0">
                          <a:solidFill>
                            <a:srgbClr val="001848"/>
                          </a:solidFill>
                          <a:effectLst/>
                        </a:rPr>
                        <a:t> </a:t>
                      </a:r>
                      <a:r>
                        <a:rPr lang="en-US" sz="2800" b="1" dirty="0" smtClean="0">
                          <a:solidFill>
                            <a:srgbClr val="001848"/>
                          </a:solidFill>
                          <a:effectLst/>
                        </a:rPr>
                        <a:t>r8_uniform_02 </a:t>
                      </a:r>
                      <a:r>
                        <a:rPr lang="en-US" sz="2800" b="1" dirty="0">
                          <a:solidFill>
                            <a:srgbClr val="001848"/>
                          </a:solidFill>
                          <a:effectLst/>
                        </a:rPr>
                        <a:t>( </a:t>
                      </a:r>
                      <a:r>
                        <a:rPr lang="en-US" sz="2800" b="1" dirty="0" smtClean="0">
                          <a:solidFill>
                            <a:srgbClr val="001848"/>
                          </a:solidFill>
                          <a:effectLst/>
                        </a:rPr>
                        <a:t>s )</a:t>
                      </a:r>
                    </a:p>
                  </a:txBody>
                  <a:tcPr marL="43524" marR="4352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marL="0" marR="0" algn="ctr">
                        <a:lnSpc>
                          <a:spcPct val="100000"/>
                        </a:lnSpc>
                        <a:spcBef>
                          <a:spcPts val="0"/>
                        </a:spcBef>
                        <a:spcAft>
                          <a:spcPts val="0"/>
                        </a:spcAft>
                      </a:pPr>
                      <a:r>
                        <a:rPr lang="en-US" sz="3200" dirty="0" smtClean="0">
                          <a:solidFill>
                            <a:srgbClr val="001848"/>
                          </a:solidFill>
                          <a:effectLst/>
                        </a:rPr>
                        <a:t>1</a:t>
                      </a:r>
                      <a:endParaRPr lang="en-US" sz="3200" b="1" dirty="0">
                        <a:solidFill>
                          <a:srgbClr val="001848"/>
                        </a:solidFill>
                        <a:effectLst/>
                      </a:endParaRPr>
                    </a:p>
                  </a:txBody>
                  <a:tcPr marL="43524" marR="43524" marT="0"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marL="119380" marR="0" algn="ctr">
                        <a:lnSpc>
                          <a:spcPct val="100000"/>
                        </a:lnSpc>
                        <a:spcBef>
                          <a:spcPts val="0"/>
                        </a:spcBef>
                        <a:spcAft>
                          <a:spcPts val="800"/>
                        </a:spcAft>
                      </a:pPr>
                      <a:r>
                        <a:rPr lang="en-US" sz="3200" dirty="0" smtClean="0">
                          <a:solidFill>
                            <a:srgbClr val="001848"/>
                          </a:solidFill>
                          <a:effectLst/>
                        </a:rPr>
                        <a:t>NA</a:t>
                      </a:r>
                      <a:endParaRPr lang="en-US" sz="3200" dirty="0">
                        <a:solidFill>
                          <a:srgbClr val="001848"/>
                        </a:solidFill>
                        <a:effectLst/>
                        <a:latin typeface="Calibri" panose="020F0502020204030204" pitchFamily="34" charset="0"/>
                        <a:ea typeface="Calibri" panose="020F0502020204030204" pitchFamily="34" charset="0"/>
                        <a:cs typeface="Calibri" panose="020F0502020204030204" pitchFamily="34" charset="0"/>
                      </a:endParaRPr>
                    </a:p>
                  </a:txBody>
                  <a:tcPr marL="43524" marR="43524" marT="0"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marL="0" marR="0" algn="ctr">
                        <a:lnSpc>
                          <a:spcPct val="100000"/>
                        </a:lnSpc>
                        <a:spcBef>
                          <a:spcPts val="0"/>
                        </a:spcBef>
                        <a:spcAft>
                          <a:spcPts val="0"/>
                        </a:spcAft>
                      </a:pPr>
                      <a:r>
                        <a:rPr lang="en-US" sz="3200" b="1" dirty="0" smtClean="0">
                          <a:solidFill>
                            <a:srgbClr val="001848"/>
                          </a:solidFill>
                          <a:effectLst/>
                        </a:rPr>
                        <a:t>0.4997</a:t>
                      </a:r>
                      <a:endParaRPr lang="en-US" sz="3200" b="1" dirty="0">
                        <a:solidFill>
                          <a:srgbClr val="001848"/>
                        </a:solidFill>
                        <a:effectLst/>
                        <a:latin typeface="Calibri" panose="020F0502020204030204" pitchFamily="34" charset="0"/>
                        <a:ea typeface="Calibri" panose="020F0502020204030204" pitchFamily="34" charset="0"/>
                        <a:cs typeface="Calibri" panose="020F0502020204030204" pitchFamily="34" charset="0"/>
                      </a:endParaRPr>
                    </a:p>
                  </a:txBody>
                  <a:tcPr marL="43524" marR="43524" marT="0" marB="0" anchor="ctr">
                    <a:lnL w="12700" cap="flat" cmpd="sng" algn="ctr">
                      <a:solidFill>
                        <a:schemeClr val="tx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r>
              <a:tr h="954971">
                <a:tc>
                  <a:txBody>
                    <a:bodyPr/>
                    <a:lstStyle/>
                    <a:p>
                      <a:pPr marL="0" marR="0" lvl="0" indent="0" algn="l">
                        <a:lnSpc>
                          <a:spcPct val="100000"/>
                        </a:lnSpc>
                        <a:spcBef>
                          <a:spcPts val="0"/>
                        </a:spcBef>
                        <a:spcAft>
                          <a:spcPts val="800"/>
                        </a:spcAft>
                        <a:buSzPts val="1200"/>
                        <a:buFont typeface="+mj-lt"/>
                        <a:buNone/>
                      </a:pPr>
                      <a:r>
                        <a:rPr lang="en-US" sz="2800" b="1" dirty="0" smtClean="0">
                          <a:solidFill>
                            <a:srgbClr val="001848"/>
                          </a:solidFill>
                          <a:effectLst/>
                        </a:rPr>
                        <a:t>8. ranC</a:t>
                      </a:r>
                      <a:r>
                        <a:rPr lang="en-US" sz="2800" b="1" dirty="0">
                          <a:solidFill>
                            <a:srgbClr val="001848"/>
                          </a:solidFill>
                          <a:effectLst/>
                        </a:rPr>
                        <a:t>( </a:t>
                      </a:r>
                      <a:r>
                        <a:rPr lang="en-US" sz="2800" b="1" dirty="0" smtClean="0">
                          <a:solidFill>
                            <a:srgbClr val="001848"/>
                          </a:solidFill>
                          <a:effectLst/>
                        </a:rPr>
                        <a:t>s )</a:t>
                      </a:r>
                      <a:r>
                        <a:rPr lang="en-US" sz="2800" b="1" baseline="0" dirty="0" smtClean="0">
                          <a:solidFill>
                            <a:srgbClr val="001848"/>
                          </a:solidFill>
                          <a:effectLst/>
                        </a:rPr>
                        <a:t>                     </a:t>
                      </a:r>
                      <a:endParaRPr lang="en-US" sz="2800" dirty="0">
                        <a:solidFill>
                          <a:srgbClr val="001848"/>
                        </a:solidFill>
                        <a:effectLst/>
                      </a:endParaRPr>
                    </a:p>
                  </a:txBody>
                  <a:tcPr marL="43524" marR="4352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marL="0" marR="0" algn="ctr">
                        <a:lnSpc>
                          <a:spcPct val="100000"/>
                        </a:lnSpc>
                        <a:spcBef>
                          <a:spcPts val="0"/>
                        </a:spcBef>
                        <a:spcAft>
                          <a:spcPts val="0"/>
                        </a:spcAft>
                      </a:pPr>
                      <a:r>
                        <a:rPr lang="en-US" sz="3200" dirty="0" smtClean="0">
                          <a:solidFill>
                            <a:srgbClr val="001848"/>
                          </a:solidFill>
                          <a:effectLst/>
                        </a:rPr>
                        <a:t>1</a:t>
                      </a:r>
                      <a:endParaRPr lang="en-US" sz="3200" b="1" dirty="0">
                        <a:solidFill>
                          <a:srgbClr val="001848"/>
                        </a:solidFill>
                        <a:effectLst/>
                        <a:latin typeface="Calibri" panose="020F0502020204030204" pitchFamily="34" charset="0"/>
                        <a:ea typeface="Calibri" panose="020F0502020204030204" pitchFamily="34" charset="0"/>
                        <a:cs typeface="Calibri" panose="020F0502020204030204" pitchFamily="34" charset="0"/>
                      </a:endParaRPr>
                    </a:p>
                  </a:txBody>
                  <a:tcPr marL="43524" marR="43524" marT="0"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marL="119380" marR="0" algn="ctr">
                        <a:lnSpc>
                          <a:spcPct val="100000"/>
                        </a:lnSpc>
                        <a:spcBef>
                          <a:spcPts val="0"/>
                        </a:spcBef>
                        <a:spcAft>
                          <a:spcPts val="800"/>
                        </a:spcAft>
                      </a:pPr>
                      <a:r>
                        <a:rPr lang="en-US" sz="3200" b="1" dirty="0" smtClean="0">
                          <a:solidFill>
                            <a:srgbClr val="001848"/>
                          </a:solidFill>
                          <a:effectLst/>
                        </a:rPr>
                        <a:t>&gt;</a:t>
                      </a:r>
                      <a:r>
                        <a:rPr lang="en-US" sz="3200" b="1" dirty="0">
                          <a:solidFill>
                            <a:srgbClr val="001848"/>
                          </a:solidFill>
                          <a:effectLst/>
                        </a:rPr>
                        <a:t>2x10</a:t>
                      </a:r>
                      <a:r>
                        <a:rPr lang="en-US" sz="3200" b="1" baseline="30000" dirty="0">
                          <a:solidFill>
                            <a:srgbClr val="001848"/>
                          </a:solidFill>
                          <a:effectLst/>
                        </a:rPr>
                        <a:t>18</a:t>
                      </a:r>
                      <a:endParaRPr lang="en-US" sz="3200" b="1" dirty="0">
                        <a:solidFill>
                          <a:srgbClr val="001848"/>
                        </a:solidFill>
                        <a:effectLst/>
                        <a:latin typeface="Calibri" panose="020F0502020204030204" pitchFamily="34" charset="0"/>
                        <a:ea typeface="Calibri" panose="020F0502020204030204" pitchFamily="34" charset="0"/>
                        <a:cs typeface="Calibri" panose="020F0502020204030204" pitchFamily="34" charset="0"/>
                      </a:endParaRPr>
                    </a:p>
                  </a:txBody>
                  <a:tcPr marL="43524" marR="43524" marT="0"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marL="0" marR="0" algn="ctr">
                        <a:lnSpc>
                          <a:spcPct val="100000"/>
                        </a:lnSpc>
                        <a:spcBef>
                          <a:spcPts val="0"/>
                        </a:spcBef>
                        <a:spcAft>
                          <a:spcPts val="0"/>
                        </a:spcAft>
                      </a:pPr>
                      <a:r>
                        <a:rPr lang="en-US" sz="3200" b="1" dirty="0" smtClean="0">
                          <a:solidFill>
                            <a:srgbClr val="001848"/>
                          </a:solidFill>
                          <a:effectLst/>
                        </a:rPr>
                        <a:t>0.4999</a:t>
                      </a:r>
                      <a:endParaRPr lang="en-US" sz="3200" b="1" dirty="0">
                        <a:solidFill>
                          <a:srgbClr val="001848"/>
                        </a:solidFill>
                        <a:effectLst/>
                        <a:latin typeface="Calibri" panose="020F0502020204030204" pitchFamily="34" charset="0"/>
                        <a:ea typeface="Calibri" panose="020F0502020204030204" pitchFamily="34" charset="0"/>
                        <a:cs typeface="Calibri" panose="020F0502020204030204" pitchFamily="34" charset="0"/>
                      </a:endParaRPr>
                    </a:p>
                  </a:txBody>
                  <a:tcPr marL="43524" marR="43524" marT="0" marB="0" anchor="ctr">
                    <a:lnL w="12700" cap="flat" cmpd="sng" algn="ctr">
                      <a:solidFill>
                        <a:schemeClr val="tx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r>
              <a:tr h="611119">
                <a:tc>
                  <a:txBody>
                    <a:bodyPr/>
                    <a:lstStyle/>
                    <a:p>
                      <a:pPr marL="0" marR="0" lvl="0" indent="0" algn="l">
                        <a:lnSpc>
                          <a:spcPct val="100000"/>
                        </a:lnSpc>
                        <a:spcBef>
                          <a:spcPts val="0"/>
                        </a:spcBef>
                        <a:spcAft>
                          <a:spcPts val="800"/>
                        </a:spcAft>
                        <a:buSzPts val="1200"/>
                        <a:buFont typeface="+mj-lt"/>
                        <a:buNone/>
                      </a:pPr>
                      <a:r>
                        <a:rPr lang="en-US" sz="2800" b="1" dirty="0" smtClean="0">
                          <a:solidFill>
                            <a:srgbClr val="001848"/>
                          </a:solidFill>
                          <a:effectLst/>
                        </a:rPr>
                        <a:t>9.</a:t>
                      </a:r>
                      <a:r>
                        <a:rPr lang="en-US" sz="2800" b="1" baseline="0" dirty="0" smtClean="0">
                          <a:solidFill>
                            <a:srgbClr val="001848"/>
                          </a:solidFill>
                          <a:effectLst/>
                        </a:rPr>
                        <a:t> </a:t>
                      </a:r>
                      <a:r>
                        <a:rPr lang="en-US" sz="2800" b="1" dirty="0" smtClean="0">
                          <a:solidFill>
                            <a:srgbClr val="001848"/>
                          </a:solidFill>
                          <a:effectLst/>
                        </a:rPr>
                        <a:t>ranE</a:t>
                      </a:r>
                      <a:r>
                        <a:rPr lang="en-US" sz="2800" b="1" dirty="0">
                          <a:solidFill>
                            <a:srgbClr val="001848"/>
                          </a:solidFill>
                          <a:effectLst/>
                        </a:rPr>
                        <a:t>( </a:t>
                      </a:r>
                      <a:r>
                        <a:rPr lang="en-US" sz="2800" b="1" dirty="0" smtClean="0">
                          <a:solidFill>
                            <a:srgbClr val="001848"/>
                          </a:solidFill>
                          <a:effectLst/>
                        </a:rPr>
                        <a:t>s )</a:t>
                      </a:r>
                      <a:endParaRPr lang="en-US" sz="2800" dirty="0">
                        <a:solidFill>
                          <a:srgbClr val="001848"/>
                        </a:solidFill>
                        <a:effectLst/>
                        <a:latin typeface="Times New Roman" panose="02020603050405020304" pitchFamily="18" charset="0"/>
                        <a:ea typeface="Calibri" panose="020F0502020204030204" pitchFamily="34" charset="0"/>
                        <a:cs typeface="Calibri" panose="020F0502020204030204" pitchFamily="34" charset="0"/>
                      </a:endParaRPr>
                    </a:p>
                  </a:txBody>
                  <a:tcPr marL="43524" marR="4352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3200" b="1" u="none" dirty="0" smtClean="0">
                          <a:solidFill>
                            <a:srgbClr val="001848"/>
                          </a:solidFill>
                          <a:effectLst/>
                        </a:rPr>
                        <a:t>1</a:t>
                      </a:r>
                      <a:endParaRPr lang="en-US" sz="3200" b="1" u="none" dirty="0">
                        <a:solidFill>
                          <a:srgbClr val="001848"/>
                        </a:solidFill>
                        <a:effectLst/>
                        <a:latin typeface="Calibri" panose="020F0502020204030204" pitchFamily="34" charset="0"/>
                        <a:ea typeface="Calibri" panose="020F0502020204030204" pitchFamily="34" charset="0"/>
                        <a:cs typeface="Calibri" panose="020F0502020204030204" pitchFamily="34" charset="0"/>
                      </a:endParaRPr>
                    </a:p>
                  </a:txBody>
                  <a:tcPr marL="43524" marR="43524" marT="0"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19380" marR="0" algn="ctr">
                        <a:lnSpc>
                          <a:spcPct val="100000"/>
                        </a:lnSpc>
                        <a:spcBef>
                          <a:spcPts val="0"/>
                        </a:spcBef>
                        <a:spcAft>
                          <a:spcPts val="800"/>
                        </a:spcAft>
                      </a:pPr>
                      <a:r>
                        <a:rPr lang="en-US" sz="3200" b="1" dirty="0" smtClean="0">
                          <a:solidFill>
                            <a:srgbClr val="001848"/>
                          </a:solidFill>
                          <a:effectLst/>
                        </a:rPr>
                        <a:t>&gt;2x10</a:t>
                      </a:r>
                      <a:r>
                        <a:rPr lang="en-US" sz="3200" b="1" baseline="30000" dirty="0" smtClean="0">
                          <a:solidFill>
                            <a:srgbClr val="001848"/>
                          </a:solidFill>
                          <a:effectLst/>
                        </a:rPr>
                        <a:t>18</a:t>
                      </a:r>
                      <a:endParaRPr lang="en-US" sz="3200" b="1" dirty="0">
                        <a:solidFill>
                          <a:srgbClr val="001848"/>
                        </a:solidFill>
                        <a:effectLst/>
                        <a:latin typeface="Calibri" panose="020F0502020204030204" pitchFamily="34" charset="0"/>
                        <a:ea typeface="Calibri" panose="020F0502020204030204" pitchFamily="34" charset="0"/>
                        <a:cs typeface="Calibri" panose="020F0502020204030204" pitchFamily="34" charset="0"/>
                      </a:endParaRPr>
                    </a:p>
                  </a:txBody>
                  <a:tcPr marL="43524" marR="43524" marT="0"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3200" b="1" dirty="0" smtClean="0">
                          <a:solidFill>
                            <a:srgbClr val="001848"/>
                          </a:solidFill>
                          <a:effectLst/>
                        </a:rPr>
                        <a:t>0.5003</a:t>
                      </a:r>
                      <a:endParaRPr lang="en-US" sz="3200" b="1" dirty="0">
                        <a:solidFill>
                          <a:srgbClr val="001848"/>
                        </a:solidFill>
                        <a:effectLst/>
                        <a:latin typeface="Calibri" panose="020F0502020204030204" pitchFamily="34" charset="0"/>
                        <a:ea typeface="Calibri" panose="020F0502020204030204" pitchFamily="34" charset="0"/>
                        <a:cs typeface="Calibri" panose="020F0502020204030204" pitchFamily="34" charset="0"/>
                      </a:endParaRPr>
                    </a:p>
                  </a:txBody>
                  <a:tcPr marL="43524" marR="43524" marT="0" marB="0" anchor="ctr">
                    <a:lnL w="12700" cap="flat" cmpd="sng" algn="ctr">
                      <a:solidFill>
                        <a:schemeClr val="tx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4" name="TextBox 3"/>
          <p:cNvSpPr txBox="1"/>
          <p:nvPr/>
        </p:nvSpPr>
        <p:spPr>
          <a:xfrm>
            <a:off x="10257789" y="15550602"/>
            <a:ext cx="8191863" cy="8833187"/>
          </a:xfrm>
          <a:prstGeom prst="rect">
            <a:avLst/>
          </a:prstGeom>
          <a:noFill/>
        </p:spPr>
        <p:txBody>
          <a:bodyPr wrap="square" rtlCol="0">
            <a:spAutoFit/>
          </a:bodyPr>
          <a:lstStyle/>
          <a:p>
            <a:pPr algn="just">
              <a:defRPr/>
            </a:pPr>
            <a:r>
              <a:rPr lang="en-US" sz="3200" b="1" dirty="0">
                <a:solidFill>
                  <a:srgbClr val="0045D0"/>
                </a:solidFill>
              </a:rPr>
              <a:t>2. Dynamic allocation of </a:t>
            </a:r>
            <a:r>
              <a:rPr lang="en-US" sz="3200" b="1" dirty="0" smtClean="0">
                <a:solidFill>
                  <a:srgbClr val="0045D0"/>
                </a:solidFill>
              </a:rPr>
              <a:t>memory</a:t>
            </a:r>
            <a:endParaRPr lang="en-US" sz="3200" b="1" dirty="0">
              <a:solidFill>
                <a:srgbClr val="0045D0"/>
              </a:solidFill>
            </a:endParaRPr>
          </a:p>
          <a:p>
            <a:pPr algn="just">
              <a:defRPr/>
            </a:pPr>
            <a:r>
              <a:rPr lang="en-US" sz="2800" dirty="0" smtClean="0"/>
              <a:t>To </a:t>
            </a:r>
            <a:r>
              <a:rPr lang="en-US" sz="2800" dirty="0"/>
              <a:t>store and access unstructured data which varies widely from one nuclide to another, it </a:t>
            </a:r>
            <a:r>
              <a:rPr lang="en-US" sz="2800" dirty="0" smtClean="0"/>
              <a:t>occupies </a:t>
            </a:r>
            <a:r>
              <a:rPr lang="en-US" sz="2800" dirty="0"/>
              <a:t>a large amount of computer memory in conventional programming method. However, the use of “</a:t>
            </a:r>
            <a:r>
              <a:rPr lang="en-US" sz="2800" b="1" dirty="0"/>
              <a:t>ALLOCATABLE</a:t>
            </a:r>
            <a:r>
              <a:rPr lang="en-US" sz="2800" dirty="0"/>
              <a:t>” statement, allows the user to dynamically allocate the required memory </a:t>
            </a:r>
            <a:r>
              <a:rPr lang="en-US" sz="2800" dirty="0" smtClean="0"/>
              <a:t>space as well as temporary space. </a:t>
            </a:r>
            <a:r>
              <a:rPr lang="en-US" sz="2800" dirty="0"/>
              <a:t>Further, the statement of “</a:t>
            </a:r>
            <a:r>
              <a:rPr lang="en-US" sz="2800" b="1" dirty="0"/>
              <a:t>DEALLOCATE</a:t>
            </a:r>
            <a:r>
              <a:rPr lang="en-US" sz="2800" dirty="0"/>
              <a:t>” enables one to </a:t>
            </a:r>
            <a:r>
              <a:rPr lang="en-US" sz="2800" dirty="0" smtClean="0"/>
              <a:t>remove and reuse </a:t>
            </a:r>
            <a:r>
              <a:rPr lang="en-US" sz="2800" dirty="0"/>
              <a:t>the </a:t>
            </a:r>
            <a:r>
              <a:rPr lang="en-US" sz="2800" dirty="0" smtClean="0"/>
              <a:t>temporary </a:t>
            </a:r>
            <a:r>
              <a:rPr lang="en-US" sz="2800" dirty="0"/>
              <a:t>memory again and again for different purposes</a:t>
            </a:r>
            <a:r>
              <a:rPr lang="en-US" sz="2800" dirty="0" smtClean="0"/>
              <a:t>.</a:t>
            </a:r>
          </a:p>
          <a:p>
            <a:pPr algn="just">
              <a:defRPr/>
            </a:pPr>
            <a:endParaRPr lang="en-US" sz="3200" dirty="0"/>
          </a:p>
          <a:p>
            <a:pPr algn="just">
              <a:defRPr/>
            </a:pPr>
            <a:r>
              <a:rPr lang="en-US" sz="3200" b="1" dirty="0" smtClean="0">
                <a:solidFill>
                  <a:schemeClr val="tx1">
                    <a:lumMod val="65000"/>
                    <a:lumOff val="35000"/>
                  </a:schemeClr>
                </a:solidFill>
              </a:rPr>
              <a:t>Memory Usage:</a:t>
            </a:r>
          </a:p>
          <a:p>
            <a:pPr algn="just">
              <a:defRPr/>
            </a:pPr>
            <a:r>
              <a:rPr lang="en-US" sz="3200" b="1" dirty="0" smtClean="0">
                <a:solidFill>
                  <a:schemeClr val="tx1">
                    <a:lumMod val="65000"/>
                    <a:lumOff val="35000"/>
                  </a:schemeClr>
                </a:solidFill>
              </a:rPr>
              <a:t>1) Static </a:t>
            </a:r>
            <a:r>
              <a:rPr lang="en-US" sz="3200" b="1" dirty="0" smtClean="0">
                <a:solidFill>
                  <a:schemeClr val="tx1">
                    <a:lumMod val="65000"/>
                    <a:lumOff val="35000"/>
                  </a:schemeClr>
                </a:solidFill>
              </a:rPr>
              <a:t>Allocation</a:t>
            </a:r>
            <a:endParaRPr lang="en-US" sz="3200" b="1" dirty="0" smtClean="0">
              <a:solidFill>
                <a:schemeClr val="tx1">
                  <a:lumMod val="65000"/>
                  <a:lumOff val="35000"/>
                </a:schemeClr>
              </a:solidFill>
            </a:endParaRPr>
          </a:p>
          <a:p>
            <a:pPr algn="just">
              <a:defRPr/>
            </a:pPr>
            <a:endParaRPr lang="en-US" sz="3200" b="1" dirty="0" smtClean="0">
              <a:solidFill>
                <a:srgbClr val="FF0000"/>
              </a:solidFill>
            </a:endParaRPr>
          </a:p>
          <a:p>
            <a:pPr algn="just">
              <a:defRPr/>
            </a:pPr>
            <a:endParaRPr lang="en-US" sz="3200" b="1" dirty="0" smtClean="0">
              <a:solidFill>
                <a:srgbClr val="FF0000"/>
              </a:solidFill>
            </a:endParaRPr>
          </a:p>
          <a:p>
            <a:pPr algn="just">
              <a:defRPr/>
            </a:pPr>
            <a:endParaRPr lang="en-US" sz="3200" dirty="0"/>
          </a:p>
          <a:p>
            <a:pPr algn="just">
              <a:defRPr/>
            </a:pPr>
            <a:endParaRPr lang="en-US" sz="3200" dirty="0" smtClean="0">
              <a:solidFill>
                <a:schemeClr val="tx1">
                  <a:lumMod val="65000"/>
                  <a:lumOff val="35000"/>
                </a:schemeClr>
              </a:solidFill>
            </a:endParaRPr>
          </a:p>
          <a:p>
            <a:pPr algn="just">
              <a:defRPr/>
            </a:pPr>
            <a:r>
              <a:rPr lang="en-US" sz="3200" b="1" dirty="0" smtClean="0">
                <a:solidFill>
                  <a:schemeClr val="tx1">
                    <a:lumMod val="65000"/>
                    <a:lumOff val="35000"/>
                  </a:schemeClr>
                </a:solidFill>
              </a:rPr>
              <a:t>Dynamic </a:t>
            </a:r>
            <a:r>
              <a:rPr lang="en-US" sz="3200" b="1" dirty="0" smtClean="0">
                <a:solidFill>
                  <a:schemeClr val="tx1">
                    <a:lumMod val="65000"/>
                    <a:lumOff val="35000"/>
                  </a:schemeClr>
                </a:solidFill>
              </a:rPr>
              <a:t>Allocation</a:t>
            </a:r>
            <a:endParaRPr lang="en-US" sz="3200" b="1" dirty="0">
              <a:solidFill>
                <a:schemeClr val="tx1">
                  <a:lumMod val="65000"/>
                  <a:lumOff val="35000"/>
                </a:schemeClr>
              </a:solidFill>
            </a:endParaRPr>
          </a:p>
        </p:txBody>
      </p:sp>
      <p:sp>
        <p:nvSpPr>
          <p:cNvPr id="23" name="Cube 22"/>
          <p:cNvSpPr/>
          <p:nvPr/>
        </p:nvSpPr>
        <p:spPr>
          <a:xfrm>
            <a:off x="10168401" y="24288250"/>
            <a:ext cx="8440570" cy="1811596"/>
          </a:xfrm>
          <a:prstGeom prst="cube">
            <a:avLst>
              <a:gd name="adj" fmla="val 9305"/>
            </a:avLst>
          </a:prstGeom>
          <a:solidFill>
            <a:schemeClr val="bg1"/>
          </a:solidFill>
          <a:ln w="1905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2800" b="1" dirty="0">
                <a:solidFill>
                  <a:schemeClr val="tx1"/>
                </a:solidFill>
              </a:rPr>
              <a:t>                  </a:t>
            </a:r>
            <a:r>
              <a:rPr lang="en-US" sz="2800" b="1" dirty="0" smtClean="0">
                <a:solidFill>
                  <a:schemeClr val="tx1"/>
                </a:solidFill>
              </a:rPr>
              <a:t>           </a:t>
            </a:r>
            <a:r>
              <a:rPr lang="en-US" sz="3200" b="1" dirty="0" smtClean="0">
                <a:solidFill>
                  <a:schemeClr val="tx1"/>
                </a:solidFill>
              </a:rPr>
              <a:t>Free</a:t>
            </a:r>
            <a:endParaRPr lang="en-US" sz="2800" dirty="0">
              <a:solidFill>
                <a:schemeClr val="tx1"/>
              </a:solidFill>
              <a:latin typeface="+mj-lt"/>
            </a:endParaRPr>
          </a:p>
        </p:txBody>
      </p:sp>
      <p:sp>
        <p:nvSpPr>
          <p:cNvPr id="24" name="Cube 23"/>
          <p:cNvSpPr/>
          <p:nvPr/>
        </p:nvSpPr>
        <p:spPr>
          <a:xfrm>
            <a:off x="10495359" y="24602913"/>
            <a:ext cx="2187844" cy="1325697"/>
          </a:xfrm>
          <a:prstGeom prst="cube">
            <a:avLst>
              <a:gd name="adj" fmla="val 11650"/>
            </a:avLst>
          </a:prstGeom>
          <a:solidFill>
            <a:schemeClr val="accent1">
              <a:lumMod val="40000"/>
              <a:lumOff val="60000"/>
            </a:schemeClr>
          </a:solid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3200" dirty="0">
                <a:solidFill>
                  <a:schemeClr val="tx1"/>
                </a:solidFill>
              </a:rPr>
              <a:t>Used</a:t>
            </a:r>
          </a:p>
          <a:p>
            <a:pPr algn="ctr"/>
            <a:r>
              <a:rPr lang="en-US" sz="3200" dirty="0">
                <a:solidFill>
                  <a:schemeClr val="tx1"/>
                </a:solidFill>
              </a:rPr>
              <a:t>Memory</a:t>
            </a:r>
          </a:p>
        </p:txBody>
      </p:sp>
      <p:sp>
        <p:nvSpPr>
          <p:cNvPr id="13" name="TextBox 12"/>
          <p:cNvSpPr txBox="1"/>
          <p:nvPr/>
        </p:nvSpPr>
        <p:spPr>
          <a:xfrm>
            <a:off x="10257789" y="26254034"/>
            <a:ext cx="8191863" cy="3662541"/>
          </a:xfrm>
          <a:prstGeom prst="rect">
            <a:avLst/>
          </a:prstGeom>
          <a:noFill/>
        </p:spPr>
        <p:txBody>
          <a:bodyPr wrap="square" rtlCol="0">
            <a:spAutoFit/>
          </a:bodyPr>
          <a:lstStyle/>
          <a:p>
            <a:pPr algn="just">
              <a:defRPr/>
            </a:pPr>
            <a:r>
              <a:rPr lang="en-US" sz="3200" b="1" dirty="0">
                <a:solidFill>
                  <a:srgbClr val="0045D0"/>
                </a:solidFill>
              </a:rPr>
              <a:t>3. </a:t>
            </a:r>
            <a:r>
              <a:rPr lang="en-US" sz="3200" b="1" dirty="0" smtClean="0">
                <a:solidFill>
                  <a:srgbClr val="0045D0"/>
                </a:solidFill>
              </a:rPr>
              <a:t>Unionized </a:t>
            </a:r>
            <a:r>
              <a:rPr lang="en-US" sz="3200" b="1" dirty="0">
                <a:solidFill>
                  <a:srgbClr val="0045D0"/>
                </a:solidFill>
              </a:rPr>
              <a:t>energy grid </a:t>
            </a:r>
            <a:r>
              <a:rPr lang="en-US" sz="3200" b="1" dirty="0" smtClean="0">
                <a:solidFill>
                  <a:srgbClr val="0045D0"/>
                </a:solidFill>
              </a:rPr>
              <a:t>method to reduce CPU time:</a:t>
            </a:r>
            <a:endParaRPr lang="en-US" sz="3200" b="1" dirty="0">
              <a:solidFill>
                <a:srgbClr val="0045D0"/>
              </a:solidFill>
            </a:endParaRPr>
          </a:p>
          <a:p>
            <a:pPr algn="just">
              <a:defRPr/>
            </a:pPr>
            <a:r>
              <a:rPr lang="en-US" sz="2800" dirty="0" smtClean="0"/>
              <a:t>In </a:t>
            </a:r>
            <a:r>
              <a:rPr lang="en-US" sz="2800" dirty="0"/>
              <a:t>sampling of nuclide and type of reaction taking place it is required to search the large data table of nuclides. This can be avoided by using the unionized energy grid.</a:t>
            </a:r>
            <a:r>
              <a:rPr lang="en-US" sz="2800" b="1" dirty="0"/>
              <a:t> </a:t>
            </a:r>
            <a:r>
              <a:rPr lang="en-US" sz="2800" dirty="0"/>
              <a:t>The CPU time can be improved by the use of unionized energy grid method and by following the improved search algorithms. Thus saving CPU </a:t>
            </a:r>
            <a:r>
              <a:rPr lang="en-US" sz="2800" dirty="0" smtClean="0"/>
              <a:t>time.</a:t>
            </a:r>
            <a:endParaRPr lang="en-US" sz="2800" dirty="0"/>
          </a:p>
        </p:txBody>
      </p:sp>
      <p:sp>
        <p:nvSpPr>
          <p:cNvPr id="25" name="Rounded Rectangle 24"/>
          <p:cNvSpPr/>
          <p:nvPr/>
        </p:nvSpPr>
        <p:spPr>
          <a:xfrm>
            <a:off x="10385425" y="30349825"/>
            <a:ext cx="1886745" cy="4092575"/>
          </a:xfrm>
          <a:prstGeom prst="roundRect">
            <a:avLst>
              <a:gd name="adj" fmla="val 18230"/>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dirty="0"/>
          </a:p>
        </p:txBody>
      </p:sp>
      <p:sp>
        <p:nvSpPr>
          <p:cNvPr id="26" name="Rounded Rectangle 25"/>
          <p:cNvSpPr/>
          <p:nvPr/>
        </p:nvSpPr>
        <p:spPr>
          <a:xfrm>
            <a:off x="10752138" y="31362650"/>
            <a:ext cx="1139488" cy="451781"/>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3200" b="1" dirty="0">
                <a:solidFill>
                  <a:schemeClr val="tx1"/>
                </a:solidFill>
              </a:rPr>
              <a:t>E=1</a:t>
            </a:r>
          </a:p>
        </p:txBody>
      </p:sp>
      <p:sp>
        <p:nvSpPr>
          <p:cNvPr id="27" name="Rectangle 48"/>
          <p:cNvSpPr>
            <a:spLocks noChangeArrowheads="1"/>
          </p:cNvSpPr>
          <p:nvPr/>
        </p:nvSpPr>
        <p:spPr bwMode="auto">
          <a:xfrm>
            <a:off x="12482513" y="32408813"/>
            <a:ext cx="4445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en-US" sz="2800" b="1" dirty="0">
                <a:latin typeface="Aharoni" panose="02010803020104030203" pitchFamily="2" charset="-79"/>
                <a:cs typeface="Aharoni" panose="02010803020104030203" pitchFamily="2" charset="-79"/>
              </a:rPr>
              <a:t>U</a:t>
            </a:r>
            <a:endParaRPr lang="en-US" altLang="en-US" sz="2800" dirty="0"/>
          </a:p>
        </p:txBody>
      </p:sp>
      <p:sp>
        <p:nvSpPr>
          <p:cNvPr id="28" name="Rectangle 27"/>
          <p:cNvSpPr/>
          <p:nvPr/>
        </p:nvSpPr>
        <p:spPr>
          <a:xfrm>
            <a:off x="10428834" y="30674103"/>
            <a:ext cx="1799926" cy="30081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800" b="1" dirty="0">
                <a:solidFill>
                  <a:schemeClr val="tx1"/>
                </a:solidFill>
              </a:rPr>
              <a:t>Nuclide - 1</a:t>
            </a:r>
          </a:p>
        </p:txBody>
      </p:sp>
      <p:sp>
        <p:nvSpPr>
          <p:cNvPr id="29" name="Rounded Rectangle 28"/>
          <p:cNvSpPr/>
          <p:nvPr/>
        </p:nvSpPr>
        <p:spPr>
          <a:xfrm>
            <a:off x="10752138" y="31934150"/>
            <a:ext cx="1139488" cy="451781"/>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3200" b="1" dirty="0">
                <a:solidFill>
                  <a:schemeClr val="tx1"/>
                </a:solidFill>
              </a:rPr>
              <a:t>E=2</a:t>
            </a:r>
          </a:p>
        </p:txBody>
      </p:sp>
      <p:sp>
        <p:nvSpPr>
          <p:cNvPr id="30" name="Rounded Rectangle 29"/>
          <p:cNvSpPr/>
          <p:nvPr/>
        </p:nvSpPr>
        <p:spPr>
          <a:xfrm>
            <a:off x="10755313" y="32499300"/>
            <a:ext cx="1139488" cy="451781"/>
          </a:xfrm>
          <a:prstGeom prst="roundRect">
            <a:avLst>
              <a:gd name="adj" fmla="val 14559"/>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3200" b="1" dirty="0">
                <a:solidFill>
                  <a:schemeClr val="tx1"/>
                </a:solidFill>
              </a:rPr>
              <a:t>E=3</a:t>
            </a:r>
          </a:p>
        </p:txBody>
      </p:sp>
      <p:sp>
        <p:nvSpPr>
          <p:cNvPr id="31" name="Rounded Rectangle 30"/>
          <p:cNvSpPr/>
          <p:nvPr/>
        </p:nvSpPr>
        <p:spPr>
          <a:xfrm>
            <a:off x="10752138" y="33096200"/>
            <a:ext cx="1139488" cy="451781"/>
          </a:xfrm>
          <a:prstGeom prst="round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3200" b="1" dirty="0">
                <a:solidFill>
                  <a:schemeClr val="tx1"/>
                </a:solidFill>
              </a:rPr>
              <a:t>E=4</a:t>
            </a:r>
          </a:p>
        </p:txBody>
      </p:sp>
      <p:sp>
        <p:nvSpPr>
          <p:cNvPr id="32" name="Rounded Rectangle 31"/>
          <p:cNvSpPr/>
          <p:nvPr/>
        </p:nvSpPr>
        <p:spPr>
          <a:xfrm>
            <a:off x="10752138" y="33680400"/>
            <a:ext cx="1139488" cy="451781"/>
          </a:xfrm>
          <a:prstGeom prst="round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3200" b="1" dirty="0">
                <a:solidFill>
                  <a:schemeClr val="tx1"/>
                </a:solidFill>
              </a:rPr>
              <a:t>E=5</a:t>
            </a:r>
          </a:p>
        </p:txBody>
      </p:sp>
      <p:sp>
        <p:nvSpPr>
          <p:cNvPr id="33" name="Rounded Rectangle 32"/>
          <p:cNvSpPr/>
          <p:nvPr/>
        </p:nvSpPr>
        <p:spPr>
          <a:xfrm>
            <a:off x="13003213" y="30367288"/>
            <a:ext cx="1893887" cy="4075112"/>
          </a:xfrm>
          <a:prstGeom prst="roundRect">
            <a:avLst>
              <a:gd name="adj" fmla="val 18224"/>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34" name="Rounded Rectangle 33"/>
          <p:cNvSpPr/>
          <p:nvPr/>
        </p:nvSpPr>
        <p:spPr>
          <a:xfrm>
            <a:off x="13369925" y="31378525"/>
            <a:ext cx="1144743" cy="450650"/>
          </a:xfrm>
          <a:prstGeom prst="round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3200" b="1" dirty="0">
                <a:solidFill>
                  <a:schemeClr val="tx1"/>
                </a:solidFill>
              </a:rPr>
              <a:t>E=3</a:t>
            </a:r>
          </a:p>
        </p:txBody>
      </p:sp>
      <p:sp>
        <p:nvSpPr>
          <p:cNvPr id="35" name="Rectangle 34"/>
          <p:cNvSpPr/>
          <p:nvPr/>
        </p:nvSpPr>
        <p:spPr>
          <a:xfrm>
            <a:off x="13030200" y="30687963"/>
            <a:ext cx="1808226" cy="29820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800" b="1" dirty="0">
                <a:solidFill>
                  <a:schemeClr val="tx1"/>
                </a:solidFill>
              </a:rPr>
              <a:t>Nuclide - 2</a:t>
            </a:r>
          </a:p>
        </p:txBody>
      </p:sp>
      <p:sp>
        <p:nvSpPr>
          <p:cNvPr id="36" name="Rounded Rectangle 35"/>
          <p:cNvSpPr/>
          <p:nvPr/>
        </p:nvSpPr>
        <p:spPr>
          <a:xfrm>
            <a:off x="13369925" y="31969075"/>
            <a:ext cx="1144743" cy="450650"/>
          </a:xfrm>
          <a:prstGeom prst="round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3200" b="1" dirty="0">
                <a:solidFill>
                  <a:schemeClr val="tx1"/>
                </a:solidFill>
              </a:rPr>
              <a:t>E=4</a:t>
            </a:r>
          </a:p>
        </p:txBody>
      </p:sp>
      <p:sp>
        <p:nvSpPr>
          <p:cNvPr id="37" name="Rounded Rectangle 36"/>
          <p:cNvSpPr/>
          <p:nvPr/>
        </p:nvSpPr>
        <p:spPr>
          <a:xfrm>
            <a:off x="13373100" y="32573913"/>
            <a:ext cx="1144743" cy="449537"/>
          </a:xfrm>
          <a:prstGeom prst="round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3200" b="1" dirty="0">
                <a:solidFill>
                  <a:schemeClr val="tx1"/>
                </a:solidFill>
              </a:rPr>
              <a:t>E=5</a:t>
            </a:r>
          </a:p>
        </p:txBody>
      </p:sp>
      <p:sp>
        <p:nvSpPr>
          <p:cNvPr id="38" name="Rounded Rectangle 37"/>
          <p:cNvSpPr/>
          <p:nvPr/>
        </p:nvSpPr>
        <p:spPr>
          <a:xfrm>
            <a:off x="13369925" y="33169225"/>
            <a:ext cx="1144743" cy="450650"/>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3200" b="1" dirty="0">
                <a:solidFill>
                  <a:schemeClr val="tx1"/>
                </a:solidFill>
              </a:rPr>
              <a:t>E=6</a:t>
            </a:r>
          </a:p>
        </p:txBody>
      </p:sp>
      <p:sp>
        <p:nvSpPr>
          <p:cNvPr id="39" name="Rounded Rectangle 38"/>
          <p:cNvSpPr/>
          <p:nvPr/>
        </p:nvSpPr>
        <p:spPr>
          <a:xfrm>
            <a:off x="13369925" y="33755013"/>
            <a:ext cx="1144743" cy="449537"/>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3200" b="1" dirty="0">
                <a:solidFill>
                  <a:schemeClr val="tx1"/>
                </a:solidFill>
              </a:rPr>
              <a:t>E=7</a:t>
            </a:r>
          </a:p>
        </p:txBody>
      </p:sp>
      <p:sp>
        <p:nvSpPr>
          <p:cNvPr id="40" name="Rounded Rectangle 39"/>
          <p:cNvSpPr/>
          <p:nvPr/>
        </p:nvSpPr>
        <p:spPr>
          <a:xfrm>
            <a:off x="16159163" y="29679900"/>
            <a:ext cx="1954212" cy="552450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41" name="Rounded Rectangle 40"/>
          <p:cNvSpPr/>
          <p:nvPr/>
        </p:nvSpPr>
        <p:spPr>
          <a:xfrm>
            <a:off x="16524287" y="30746700"/>
            <a:ext cx="1182813" cy="500616"/>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3200" b="1" dirty="0">
                <a:solidFill>
                  <a:schemeClr val="tx1"/>
                </a:solidFill>
              </a:rPr>
              <a:t>E-1</a:t>
            </a:r>
          </a:p>
        </p:txBody>
      </p:sp>
      <p:sp>
        <p:nvSpPr>
          <p:cNvPr id="42" name="Rectangle 41"/>
          <p:cNvSpPr/>
          <p:nvPr/>
        </p:nvSpPr>
        <p:spPr>
          <a:xfrm>
            <a:off x="16187737" y="30016450"/>
            <a:ext cx="1864215" cy="33209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800" b="1" dirty="0">
                <a:solidFill>
                  <a:schemeClr val="tx1"/>
                </a:solidFill>
              </a:rPr>
              <a:t>Unionized</a:t>
            </a:r>
          </a:p>
          <a:p>
            <a:pPr algn="ctr">
              <a:defRPr/>
            </a:pPr>
            <a:r>
              <a:rPr lang="en-US" sz="2800" b="1" dirty="0">
                <a:solidFill>
                  <a:schemeClr val="tx1"/>
                </a:solidFill>
              </a:rPr>
              <a:t>Grid</a:t>
            </a:r>
          </a:p>
        </p:txBody>
      </p:sp>
      <p:sp>
        <p:nvSpPr>
          <p:cNvPr id="43" name="Rounded Rectangle 42"/>
          <p:cNvSpPr/>
          <p:nvPr/>
        </p:nvSpPr>
        <p:spPr>
          <a:xfrm>
            <a:off x="16524287" y="31375350"/>
            <a:ext cx="1182813" cy="500616"/>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3200" b="1" dirty="0">
                <a:solidFill>
                  <a:schemeClr val="tx1"/>
                </a:solidFill>
              </a:rPr>
              <a:t>E=2</a:t>
            </a:r>
          </a:p>
        </p:txBody>
      </p:sp>
      <p:sp>
        <p:nvSpPr>
          <p:cNvPr id="44" name="Rounded Rectangle 43"/>
          <p:cNvSpPr/>
          <p:nvPr/>
        </p:nvSpPr>
        <p:spPr>
          <a:xfrm>
            <a:off x="16527462" y="32023050"/>
            <a:ext cx="1181205" cy="500616"/>
          </a:xfrm>
          <a:prstGeom prst="round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3200" b="1" dirty="0">
                <a:solidFill>
                  <a:schemeClr val="tx1"/>
                </a:solidFill>
              </a:rPr>
              <a:t>E=3</a:t>
            </a:r>
          </a:p>
        </p:txBody>
      </p:sp>
      <p:sp>
        <p:nvSpPr>
          <p:cNvPr id="45" name="Rounded Rectangle 44"/>
          <p:cNvSpPr/>
          <p:nvPr/>
        </p:nvSpPr>
        <p:spPr>
          <a:xfrm>
            <a:off x="16524287" y="32651700"/>
            <a:ext cx="1182813" cy="500616"/>
          </a:xfrm>
          <a:prstGeom prst="round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3200" b="1" dirty="0">
                <a:solidFill>
                  <a:schemeClr val="tx1"/>
                </a:solidFill>
              </a:rPr>
              <a:t>E=4</a:t>
            </a:r>
          </a:p>
        </p:txBody>
      </p:sp>
      <p:sp>
        <p:nvSpPr>
          <p:cNvPr id="46" name="Rounded Rectangle 45"/>
          <p:cNvSpPr/>
          <p:nvPr/>
        </p:nvSpPr>
        <p:spPr>
          <a:xfrm>
            <a:off x="16524287" y="33280350"/>
            <a:ext cx="1182813" cy="500616"/>
          </a:xfrm>
          <a:prstGeom prst="round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3200" b="1" dirty="0">
                <a:solidFill>
                  <a:schemeClr val="tx1"/>
                </a:solidFill>
              </a:rPr>
              <a:t>E=5</a:t>
            </a:r>
          </a:p>
        </p:txBody>
      </p:sp>
      <p:sp>
        <p:nvSpPr>
          <p:cNvPr id="47" name="Rounded Rectangle 46"/>
          <p:cNvSpPr/>
          <p:nvPr/>
        </p:nvSpPr>
        <p:spPr>
          <a:xfrm>
            <a:off x="16524287" y="33909000"/>
            <a:ext cx="1182813" cy="500616"/>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3200" b="1" dirty="0">
                <a:solidFill>
                  <a:schemeClr val="tx1"/>
                </a:solidFill>
              </a:rPr>
              <a:t>E=6</a:t>
            </a:r>
          </a:p>
        </p:txBody>
      </p:sp>
      <p:sp>
        <p:nvSpPr>
          <p:cNvPr id="48" name="Rounded Rectangle 47"/>
          <p:cNvSpPr/>
          <p:nvPr/>
        </p:nvSpPr>
        <p:spPr>
          <a:xfrm>
            <a:off x="16532225" y="34537650"/>
            <a:ext cx="1181206" cy="500616"/>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3200" b="1" dirty="0">
                <a:solidFill>
                  <a:schemeClr val="tx1"/>
                </a:solidFill>
              </a:rPr>
              <a:t>E=7</a:t>
            </a:r>
          </a:p>
        </p:txBody>
      </p:sp>
      <p:sp>
        <p:nvSpPr>
          <p:cNvPr id="49" name="Rectangle 48"/>
          <p:cNvSpPr>
            <a:spLocks noChangeArrowheads="1"/>
          </p:cNvSpPr>
          <p:nvPr/>
        </p:nvSpPr>
        <p:spPr bwMode="auto">
          <a:xfrm>
            <a:off x="15307083" y="32219970"/>
            <a:ext cx="497252"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en-US" sz="4000" b="1" dirty="0">
                <a:latin typeface="Aharoni" panose="02010803020104030203" pitchFamily="2" charset="-79"/>
                <a:cs typeface="Aharoni" panose="02010803020104030203" pitchFamily="2" charset="-79"/>
              </a:rPr>
              <a:t>=</a:t>
            </a:r>
            <a:endParaRPr lang="en-US" altLang="en-US" sz="2800" b="1" dirty="0"/>
          </a:p>
        </p:txBody>
      </p:sp>
      <p:sp>
        <p:nvSpPr>
          <p:cNvPr id="50" name="Rounded Rectangle 49"/>
          <p:cNvSpPr/>
          <p:nvPr/>
        </p:nvSpPr>
        <p:spPr>
          <a:xfrm>
            <a:off x="19214060" y="23089964"/>
            <a:ext cx="8921750" cy="4457215"/>
          </a:xfrm>
          <a:prstGeom prst="roundRect">
            <a:avLst>
              <a:gd name="adj" fmla="val 20878"/>
            </a:avLst>
          </a:prstGeom>
          <a:solidFill>
            <a:schemeClr val="bg1"/>
          </a:solidFill>
          <a:ln w="19050">
            <a:solidFill>
              <a:srgbClr val="0070C0"/>
            </a:solidFill>
          </a:ln>
        </p:spPr>
        <p:style>
          <a:lnRef idx="2">
            <a:schemeClr val="accent1"/>
          </a:lnRef>
          <a:fillRef idx="1">
            <a:schemeClr val="lt1"/>
          </a:fillRef>
          <a:effectRef idx="0">
            <a:schemeClr val="accent1"/>
          </a:effectRef>
          <a:fontRef idx="minor">
            <a:schemeClr val="dk1"/>
          </a:fontRef>
        </p:style>
        <p:txBody>
          <a:bodyPr anchor="ctr"/>
          <a:lstStyle/>
          <a:p>
            <a:pPr algn="ctr" eaLnBrk="1" hangingPunct="1">
              <a:defRPr/>
            </a:pPr>
            <a:r>
              <a:rPr lang="en-US" sz="3200" b="1" dirty="0">
                <a:solidFill>
                  <a:srgbClr val="002060"/>
                </a:solidFill>
              </a:rPr>
              <a:t>CONCLUSION</a:t>
            </a:r>
          </a:p>
          <a:p>
            <a:pPr algn="just"/>
            <a:r>
              <a:rPr lang="en-US" sz="2800" dirty="0" smtClean="0"/>
              <a:t>The CPU time </a:t>
            </a:r>
            <a:r>
              <a:rPr lang="en-US" sz="2800" dirty="0"/>
              <a:t>and the </a:t>
            </a:r>
            <a:r>
              <a:rPr lang="en-US" sz="2800" dirty="0" smtClean="0"/>
              <a:t>Computer memory are the two disadvantage factors for employing Monte Carlo methods for solving radiation transport problems. Due to progress made in the hardware and software, the above are no longer major problems. Use of dynamic allocation of memory and employment of efficient search algorithms make </a:t>
            </a:r>
            <a:r>
              <a:rPr lang="en-US" sz="2800" dirty="0"/>
              <a:t>M</a:t>
            </a:r>
            <a:r>
              <a:rPr lang="en-US" sz="2800" dirty="0" smtClean="0"/>
              <a:t>onte </a:t>
            </a:r>
            <a:r>
              <a:rPr lang="en-US" sz="2800" dirty="0"/>
              <a:t>C</a:t>
            </a:r>
            <a:r>
              <a:rPr lang="en-US" sz="2800" dirty="0" smtClean="0"/>
              <a:t>arlo methods more attractive than others.  </a:t>
            </a:r>
            <a:endParaRPr lang="en-US" sz="2800" dirty="0"/>
          </a:p>
        </p:txBody>
      </p:sp>
      <p:sp>
        <p:nvSpPr>
          <p:cNvPr id="51" name="Rounded Rectangle 50"/>
          <p:cNvSpPr/>
          <p:nvPr/>
        </p:nvSpPr>
        <p:spPr>
          <a:xfrm>
            <a:off x="19203085" y="27947243"/>
            <a:ext cx="8921750" cy="3925348"/>
          </a:xfrm>
          <a:prstGeom prst="roundRect">
            <a:avLst>
              <a:gd name="adj" fmla="val 26382"/>
            </a:avLst>
          </a:prstGeom>
          <a:ln w="19050">
            <a:solidFill>
              <a:srgbClr val="0070C0"/>
            </a:solidFill>
          </a:ln>
        </p:spPr>
        <p:style>
          <a:lnRef idx="2">
            <a:schemeClr val="accent5"/>
          </a:lnRef>
          <a:fillRef idx="1">
            <a:schemeClr val="lt1"/>
          </a:fillRef>
          <a:effectRef idx="0">
            <a:schemeClr val="accent5"/>
          </a:effectRef>
          <a:fontRef idx="minor">
            <a:schemeClr val="dk1"/>
          </a:fontRef>
        </p:style>
        <p:txBody>
          <a:bodyPr anchor="ctr"/>
          <a:lstStyle/>
          <a:p>
            <a:pPr marL="457177" indent="-457177" algn="ctr" defTabSz="3725679" eaLnBrk="1" hangingPunct="1">
              <a:defRPr/>
            </a:pPr>
            <a:r>
              <a:rPr lang="en-US" sz="3200" b="1" dirty="0">
                <a:solidFill>
                  <a:srgbClr val="002060"/>
                </a:solidFill>
              </a:rPr>
              <a:t>REFERENCES</a:t>
            </a:r>
          </a:p>
          <a:p>
            <a:pPr marL="514350" indent="-514350" algn="just" eaLnBrk="1" hangingPunct="1">
              <a:buFontTx/>
              <a:buAutoNum type="arabicPeriod"/>
              <a:defRPr/>
            </a:pPr>
            <a:r>
              <a:rPr lang="en-US" sz="2800" dirty="0"/>
              <a:t>Paul K Romano and Benoit Forget, (2013),”The OpenMC Monte Carlo Transport Code”, Ann.Nuc.Eneergy, Vol.51, P-274-281. </a:t>
            </a:r>
          </a:p>
          <a:p>
            <a:pPr marL="514350" indent="-514350" algn="just" eaLnBrk="1" hangingPunct="1">
              <a:buFontTx/>
              <a:buAutoNum type="arabicPeriod"/>
              <a:defRPr/>
            </a:pPr>
            <a:endParaRPr lang="en-US" sz="2800" dirty="0"/>
          </a:p>
          <a:p>
            <a:pPr marL="514350" indent="-514350" algn="just" eaLnBrk="1" hangingPunct="1">
              <a:buFontTx/>
              <a:buAutoNum type="arabicPeriod"/>
              <a:defRPr/>
            </a:pPr>
            <a:r>
              <a:rPr lang="en-US" sz="2800" dirty="0"/>
              <a:t>Press W.H. et al., (1992), “Numerical Recipes in Fortran, The art of scientific computing”. second Ed. P-266-320. </a:t>
            </a:r>
          </a:p>
        </p:txBody>
      </p:sp>
      <p:sp>
        <p:nvSpPr>
          <p:cNvPr id="52" name="Rounded Rectangle 51"/>
          <p:cNvSpPr/>
          <p:nvPr/>
        </p:nvSpPr>
        <p:spPr>
          <a:xfrm>
            <a:off x="19214060" y="32198684"/>
            <a:ext cx="8921544" cy="3204785"/>
          </a:xfrm>
          <a:prstGeom prst="roundRect">
            <a:avLst>
              <a:gd name="adj" fmla="val 32381"/>
            </a:avLst>
          </a:prstGeom>
          <a:solidFill>
            <a:schemeClr val="bg1"/>
          </a:solidFill>
          <a:ln w="19050">
            <a:solidFill>
              <a:srgbClr val="0070C0"/>
            </a:solidFill>
          </a:ln>
        </p:spPr>
        <p:style>
          <a:lnRef idx="2">
            <a:schemeClr val="accent1"/>
          </a:lnRef>
          <a:fillRef idx="1">
            <a:schemeClr val="lt1"/>
          </a:fillRef>
          <a:effectRef idx="0">
            <a:schemeClr val="accent1"/>
          </a:effectRef>
          <a:fontRef idx="minor">
            <a:schemeClr val="dk1"/>
          </a:fontRef>
        </p:style>
        <p:txBody>
          <a:bodyPr anchor="ctr"/>
          <a:lstStyle/>
          <a:p>
            <a:pPr algn="ctr" defTabSz="3724275" eaLnBrk="1" hangingPunct="1">
              <a:lnSpc>
                <a:spcPct val="85000"/>
              </a:lnSpc>
              <a:spcBef>
                <a:spcPct val="50000"/>
              </a:spcBef>
              <a:defRPr/>
            </a:pPr>
            <a:r>
              <a:rPr lang="en-US" sz="3200" b="1" dirty="0">
                <a:solidFill>
                  <a:srgbClr val="002060"/>
                </a:solidFill>
              </a:rPr>
              <a:t>ACKNOWLEDGEMENT</a:t>
            </a:r>
          </a:p>
          <a:p>
            <a:pPr algn="just" defTabSz="3724275">
              <a:lnSpc>
                <a:spcPct val="85000"/>
              </a:lnSpc>
              <a:spcBef>
                <a:spcPct val="50000"/>
              </a:spcBef>
              <a:defRPr/>
            </a:pPr>
            <a:r>
              <a:rPr lang="en-US" sz="2800" dirty="0"/>
              <a:t>Authors express sincere thanks to Dr. Kapil Deo Singh and Dr. S. Anand for the training and for the constant encouragement. And I am thankful for the guidance given by other supervisor as well as the panels especially in our project. </a:t>
            </a:r>
          </a:p>
        </p:txBody>
      </p:sp>
      <p:sp>
        <p:nvSpPr>
          <p:cNvPr id="14" name="TextBox 13"/>
          <p:cNvSpPr txBox="1"/>
          <p:nvPr/>
        </p:nvSpPr>
        <p:spPr>
          <a:xfrm>
            <a:off x="19579771" y="8536135"/>
            <a:ext cx="8117700" cy="5755422"/>
          </a:xfrm>
          <a:prstGeom prst="rect">
            <a:avLst/>
          </a:prstGeom>
          <a:noFill/>
        </p:spPr>
        <p:txBody>
          <a:bodyPr wrap="square" rtlCol="0">
            <a:spAutoFit/>
          </a:bodyPr>
          <a:lstStyle/>
          <a:p>
            <a:pPr algn="just">
              <a:defRPr/>
            </a:pPr>
            <a:r>
              <a:rPr lang="en-US" sz="3200" b="1" dirty="0">
                <a:solidFill>
                  <a:srgbClr val="0045D0"/>
                </a:solidFill>
              </a:rPr>
              <a:t>4. Search algorithms</a:t>
            </a:r>
            <a:r>
              <a:rPr lang="en-US" sz="3200" b="1" dirty="0" smtClean="0">
                <a:solidFill>
                  <a:srgbClr val="0045D0"/>
                </a:solidFill>
              </a:rPr>
              <a:t>:</a:t>
            </a:r>
          </a:p>
          <a:p>
            <a:pPr algn="just">
              <a:defRPr/>
            </a:pPr>
            <a:r>
              <a:rPr lang="en-US" sz="2800" dirty="0" smtClean="0"/>
              <a:t>At</a:t>
            </a:r>
            <a:r>
              <a:rPr lang="en-US" sz="2800" b="1" dirty="0" smtClean="0"/>
              <a:t> </a:t>
            </a:r>
            <a:r>
              <a:rPr lang="en-US" sz="2800" dirty="0"/>
              <a:t>each interaction point it is required to compute the total and individual reaction cross-section of all nuclides present, by searching huge data table. For instance in a table of length 1 billion to </a:t>
            </a:r>
            <a:r>
              <a:rPr lang="en-US" sz="2800" dirty="0" smtClean="0"/>
              <a:t>search by </a:t>
            </a:r>
            <a:r>
              <a:rPr lang="en-US" sz="2800" dirty="0" smtClean="0"/>
              <a:t>usual method for a value located at the fag end, </a:t>
            </a:r>
            <a:r>
              <a:rPr lang="en-US" sz="2800" dirty="0"/>
              <a:t>on a computer operating at 1 million operations per second, it requires 1000 </a:t>
            </a:r>
            <a:r>
              <a:rPr lang="en-US" sz="2800" dirty="0" smtClean="0"/>
              <a:t>seconds(16 minutes for a single operation). If </a:t>
            </a:r>
            <a:r>
              <a:rPr lang="en-US" sz="2800" dirty="0"/>
              <a:t>binary search </a:t>
            </a:r>
            <a:r>
              <a:rPr lang="en-US" sz="2800" dirty="0" smtClean="0"/>
              <a:t>algorithm adopted, which requires </a:t>
            </a:r>
            <a:r>
              <a:rPr lang="en-US" sz="2800" dirty="0"/>
              <a:t>only 32 </a:t>
            </a:r>
            <a:r>
              <a:rPr lang="en-US" sz="2800" dirty="0" smtClean="0"/>
              <a:t>µs for the same operation. </a:t>
            </a:r>
            <a:r>
              <a:rPr lang="en-US" sz="2800" dirty="0"/>
              <a:t>Thus the use of Binary search algorithms reduces the CPU time drastically</a:t>
            </a:r>
            <a:r>
              <a:rPr lang="en-US" sz="2800" dirty="0" smtClean="0"/>
              <a:t>. The same is shown schematically in Fig.2. </a:t>
            </a:r>
            <a:endParaRPr lang="en-US" sz="2800" dirty="0"/>
          </a:p>
        </p:txBody>
      </p:sp>
      <p:pic>
        <p:nvPicPr>
          <p:cNvPr id="53" name="Content Placeholder 3" descr="C:\Users\subbaiah\Desktop\pp.png"/>
          <p:cNvPicPr>
            <a:picLocks/>
          </p:cNvPicPr>
          <p:nvPr/>
        </p:nvPicPr>
        <p:blipFill>
          <a:blip r:embed="rId3">
            <a:extLst>
              <a:ext uri="{28A0092B-C50C-407E-A947-70E740481C1C}">
                <a14:useLocalDpi xmlns:a14="http://schemas.microsoft.com/office/drawing/2010/main" val="0"/>
              </a:ext>
            </a:extLst>
          </a:blip>
          <a:srcRect/>
          <a:stretch>
            <a:fillRect/>
          </a:stretch>
        </p:blipFill>
        <p:spPr bwMode="auto">
          <a:xfrm>
            <a:off x="20491350" y="18176574"/>
            <a:ext cx="6351301" cy="3787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 name="TextBox 74"/>
          <p:cNvSpPr txBox="1">
            <a:spLocks noChangeArrowheads="1"/>
          </p:cNvSpPr>
          <p:nvPr/>
        </p:nvSpPr>
        <p:spPr bwMode="auto">
          <a:xfrm>
            <a:off x="19579771" y="14355600"/>
            <a:ext cx="7527925"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en-US" sz="2800" b="1" dirty="0">
                <a:solidFill>
                  <a:srgbClr val="0045D0"/>
                </a:solidFill>
              </a:rPr>
              <a:t>Comparison of search algorithms: </a:t>
            </a:r>
            <a:endParaRPr lang="en-US" altLang="en-US" sz="2400" b="1" dirty="0">
              <a:solidFill>
                <a:srgbClr val="0045D0"/>
              </a:solidFill>
            </a:endParaRPr>
          </a:p>
        </p:txBody>
      </p:sp>
      <p:pic>
        <p:nvPicPr>
          <p:cNvPr id="55" name="Picture 75"/>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9677579" y="16176492"/>
            <a:ext cx="8092386" cy="5840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 name="TextBox 55"/>
          <p:cNvSpPr txBox="1"/>
          <p:nvPr/>
        </p:nvSpPr>
        <p:spPr>
          <a:xfrm>
            <a:off x="19677579" y="15168402"/>
            <a:ext cx="8736012" cy="954107"/>
          </a:xfrm>
          <a:prstGeom prst="rect">
            <a:avLst/>
          </a:prstGeom>
          <a:noFill/>
        </p:spPr>
        <p:txBody>
          <a:bodyPr>
            <a:spAutoFit/>
          </a:bodyPr>
          <a:lstStyle/>
          <a:p>
            <a:pPr>
              <a:defRPr/>
            </a:pPr>
            <a:r>
              <a:rPr lang="en-US" sz="2800" b="1" dirty="0" smtClean="0">
                <a:solidFill>
                  <a:srgbClr val="0045D0"/>
                </a:solidFill>
                <a:latin typeface="+mn-lt"/>
              </a:rPr>
              <a:t>A. Sequential </a:t>
            </a:r>
            <a:r>
              <a:rPr lang="en-US" sz="2800" b="1" dirty="0">
                <a:solidFill>
                  <a:srgbClr val="0045D0"/>
                </a:solidFill>
                <a:latin typeface="+mn-lt"/>
              </a:rPr>
              <a:t>Search: </a:t>
            </a:r>
            <a:r>
              <a:rPr lang="en-US" sz="2800" b="1" dirty="0" smtClean="0">
                <a:solidFill>
                  <a:srgbClr val="0045D0"/>
                </a:solidFill>
                <a:latin typeface="+mn-lt"/>
              </a:rPr>
              <a:t>Number </a:t>
            </a:r>
            <a:r>
              <a:rPr lang="en-US" sz="2800" b="1" dirty="0">
                <a:solidFill>
                  <a:srgbClr val="0045D0"/>
                </a:solidFill>
                <a:latin typeface="+mn-lt"/>
              </a:rPr>
              <a:t>of Steps :  </a:t>
            </a:r>
            <a:r>
              <a:rPr lang="en-US" sz="2800" b="1" dirty="0" smtClean="0">
                <a:solidFill>
                  <a:srgbClr val="0045D0"/>
                </a:solidFill>
                <a:latin typeface="+mn-lt"/>
              </a:rPr>
              <a:t>N </a:t>
            </a:r>
          </a:p>
          <a:p>
            <a:pPr>
              <a:defRPr/>
            </a:pPr>
            <a:r>
              <a:rPr lang="en-US" sz="2800" b="1" dirty="0" smtClean="0">
                <a:solidFill>
                  <a:srgbClr val="0045D0"/>
                </a:solidFill>
                <a:latin typeface="+mn-lt"/>
              </a:rPr>
              <a:t>( </a:t>
            </a:r>
            <a:r>
              <a:rPr lang="en-US" sz="2800" b="1" dirty="0">
                <a:solidFill>
                  <a:srgbClr val="0045D0"/>
                </a:solidFill>
                <a:latin typeface="+mn-lt"/>
              </a:rPr>
              <a:t>total number of elements in search )</a:t>
            </a:r>
          </a:p>
        </p:txBody>
      </p:sp>
      <p:sp>
        <p:nvSpPr>
          <p:cNvPr id="57" name="TextBox 56"/>
          <p:cNvSpPr txBox="1"/>
          <p:nvPr/>
        </p:nvSpPr>
        <p:spPr>
          <a:xfrm>
            <a:off x="24181055" y="16791319"/>
            <a:ext cx="2321801" cy="584200"/>
          </a:xfrm>
          <a:prstGeom prst="rect">
            <a:avLst/>
          </a:prstGeom>
          <a:solidFill>
            <a:schemeClr val="bg1"/>
          </a:solidFill>
          <a:ln>
            <a:solidFill>
              <a:schemeClr val="bg1"/>
            </a:solidFill>
          </a:ln>
        </p:spPr>
        <p:txBody>
          <a:bodyPr wrap="square">
            <a:spAutoFit/>
          </a:bodyPr>
          <a:lstStyle/>
          <a:p>
            <a:pPr>
              <a:defRPr/>
            </a:pPr>
            <a:r>
              <a:rPr lang="en-US" sz="3200" dirty="0">
                <a:latin typeface="+mn-lt"/>
              </a:rPr>
              <a:t>999,999,999</a:t>
            </a:r>
          </a:p>
        </p:txBody>
      </p:sp>
      <p:cxnSp>
        <p:nvCxnSpPr>
          <p:cNvPr id="59" name="Straight Arrow Connector 58"/>
          <p:cNvCxnSpPr/>
          <p:nvPr/>
        </p:nvCxnSpPr>
        <p:spPr>
          <a:xfrm flipV="1">
            <a:off x="26327832" y="16694260"/>
            <a:ext cx="456257" cy="43667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0" name="Rectangle 59"/>
          <p:cNvSpPr/>
          <p:nvPr/>
        </p:nvSpPr>
        <p:spPr>
          <a:xfrm>
            <a:off x="19720653" y="17483484"/>
            <a:ext cx="8534078" cy="523220"/>
          </a:xfrm>
          <a:prstGeom prst="rect">
            <a:avLst/>
          </a:prstGeom>
        </p:spPr>
        <p:txBody>
          <a:bodyPr wrap="square">
            <a:spAutoFit/>
          </a:bodyPr>
          <a:lstStyle/>
          <a:p>
            <a:r>
              <a:rPr lang="en-US" sz="2800" b="1" dirty="0" smtClean="0">
                <a:solidFill>
                  <a:srgbClr val="0045D0"/>
                </a:solidFill>
              </a:rPr>
              <a:t>B. Binary </a:t>
            </a:r>
            <a:r>
              <a:rPr lang="en-US" sz="2800" b="1" dirty="0">
                <a:solidFill>
                  <a:srgbClr val="0045D0"/>
                </a:solidFill>
              </a:rPr>
              <a:t>Search:    Number of Steps :  </a:t>
            </a:r>
            <a:r>
              <a:rPr lang="en-US" sz="2800" b="1" dirty="0" smtClean="0">
                <a:solidFill>
                  <a:srgbClr val="0045D0"/>
                </a:solidFill>
              </a:rPr>
              <a:t>log</a:t>
            </a:r>
            <a:r>
              <a:rPr lang="en-US" sz="2800" b="1" baseline="-25000" dirty="0" smtClean="0">
                <a:solidFill>
                  <a:srgbClr val="0045D0"/>
                </a:solidFill>
              </a:rPr>
              <a:t>2</a:t>
            </a:r>
            <a:r>
              <a:rPr lang="en-US" sz="2800" b="1" dirty="0" smtClean="0">
                <a:solidFill>
                  <a:srgbClr val="0045D0"/>
                </a:solidFill>
              </a:rPr>
              <a:t>N</a:t>
            </a:r>
            <a:endParaRPr lang="en-US" sz="2800" b="1" dirty="0">
              <a:solidFill>
                <a:srgbClr val="0045D0"/>
              </a:solidFill>
            </a:endParaRPr>
          </a:p>
        </p:txBody>
      </p:sp>
      <p:sp>
        <p:nvSpPr>
          <p:cNvPr id="61" name="TextBox 60"/>
          <p:cNvSpPr txBox="1"/>
          <p:nvPr/>
        </p:nvSpPr>
        <p:spPr>
          <a:xfrm>
            <a:off x="20375955" y="21952842"/>
            <a:ext cx="6525331" cy="523220"/>
          </a:xfrm>
          <a:prstGeom prst="rect">
            <a:avLst/>
          </a:prstGeom>
          <a:noFill/>
        </p:spPr>
        <p:txBody>
          <a:bodyPr wrap="square" rtlCol="0">
            <a:spAutoFit/>
          </a:bodyPr>
          <a:lstStyle/>
          <a:p>
            <a:pPr algn="ctr">
              <a:spcBef>
                <a:spcPts val="900"/>
              </a:spcBef>
              <a:defRPr/>
            </a:pPr>
            <a:r>
              <a:rPr lang="en-US" sz="2800" b="1" dirty="0" smtClean="0">
                <a:solidFill>
                  <a:schemeClr val="tx1">
                    <a:lumMod val="65000"/>
                    <a:lumOff val="35000"/>
                  </a:schemeClr>
                </a:solidFill>
              </a:rPr>
              <a:t>Figure.2 Binary search illustration</a:t>
            </a:r>
            <a:endParaRPr lang="en-US" sz="2800" b="1" dirty="0">
              <a:solidFill>
                <a:schemeClr val="tx1">
                  <a:lumMod val="65000"/>
                  <a:lumOff val="35000"/>
                </a:schemeClr>
              </a:solidFill>
            </a:endParaRPr>
          </a:p>
        </p:txBody>
      </p:sp>
      <p:pic>
        <p:nvPicPr>
          <p:cNvPr id="65" name="Picture 12" descr="IARP-logo-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29506" y="545876"/>
            <a:ext cx="2133600"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 name="Cube 65"/>
          <p:cNvSpPr/>
          <p:nvPr/>
        </p:nvSpPr>
        <p:spPr>
          <a:xfrm>
            <a:off x="10161850" y="21858070"/>
            <a:ext cx="8440570" cy="1811596"/>
          </a:xfrm>
          <a:prstGeom prst="cube">
            <a:avLst>
              <a:gd name="adj" fmla="val 9305"/>
            </a:avLst>
          </a:prstGeom>
          <a:solidFill>
            <a:schemeClr val="bg1"/>
          </a:solid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3200" b="1" dirty="0">
                <a:solidFill>
                  <a:schemeClr val="tx1"/>
                </a:solidFill>
              </a:rPr>
              <a:t> </a:t>
            </a:r>
            <a:r>
              <a:rPr lang="en-US" sz="3200" b="1" dirty="0" smtClean="0">
                <a:solidFill>
                  <a:schemeClr val="tx1"/>
                </a:solidFill>
              </a:rPr>
              <a:t>                          Unused</a:t>
            </a:r>
            <a:endParaRPr lang="en-US" sz="3200" b="1" dirty="0">
              <a:solidFill>
                <a:schemeClr val="tx1"/>
              </a:solidFill>
            </a:endParaRPr>
          </a:p>
        </p:txBody>
      </p:sp>
      <p:sp>
        <p:nvSpPr>
          <p:cNvPr id="22" name="Cube 21"/>
          <p:cNvSpPr/>
          <p:nvPr/>
        </p:nvSpPr>
        <p:spPr>
          <a:xfrm>
            <a:off x="10495359" y="22199241"/>
            <a:ext cx="2209404" cy="1206327"/>
          </a:xfrm>
          <a:prstGeom prst="cube">
            <a:avLst>
              <a:gd name="adj" fmla="val 12774"/>
            </a:avLst>
          </a:prstGeom>
          <a:solidFill>
            <a:schemeClr val="bg1">
              <a:lumMod val="75000"/>
            </a:schemeClr>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3200" dirty="0">
                <a:ln>
                  <a:solidFill>
                    <a:schemeClr val="tx1">
                      <a:lumMod val="75000"/>
                      <a:lumOff val="25000"/>
                    </a:schemeClr>
                  </a:solidFill>
                </a:ln>
                <a:solidFill>
                  <a:schemeClr val="tx1">
                    <a:lumMod val="75000"/>
                    <a:lumOff val="25000"/>
                  </a:schemeClr>
                </a:solidFill>
                <a:latin typeface="+mj-lt"/>
              </a:rPr>
              <a:t>Used</a:t>
            </a:r>
          </a:p>
          <a:p>
            <a:pPr algn="ctr">
              <a:defRPr/>
            </a:pPr>
            <a:r>
              <a:rPr lang="en-US" sz="3200" dirty="0">
                <a:ln>
                  <a:solidFill>
                    <a:schemeClr val="tx1">
                      <a:lumMod val="75000"/>
                      <a:lumOff val="25000"/>
                    </a:schemeClr>
                  </a:solidFill>
                </a:ln>
                <a:solidFill>
                  <a:schemeClr val="tx1">
                    <a:lumMod val="75000"/>
                    <a:lumOff val="25000"/>
                  </a:schemeClr>
                </a:solidFill>
                <a:latin typeface="+mj-lt"/>
              </a:rPr>
              <a:t>Memory</a:t>
            </a:r>
          </a:p>
        </p:txBody>
      </p:sp>
      <p:sp>
        <p:nvSpPr>
          <p:cNvPr id="63" name="Rectangle 62"/>
          <p:cNvSpPr/>
          <p:nvPr/>
        </p:nvSpPr>
        <p:spPr>
          <a:xfrm>
            <a:off x="1016402" y="28729852"/>
            <a:ext cx="7920219" cy="623105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spcBef>
                <a:spcPts val="900"/>
              </a:spcBef>
              <a:defRPr/>
            </a:pPr>
            <a:r>
              <a:rPr lang="en-US" sz="2800" b="1" dirty="0">
                <a:solidFill>
                  <a:srgbClr val="002060"/>
                </a:solidFill>
              </a:rPr>
              <a:t>1. r4_random ( s1, s2, s3 ).</a:t>
            </a:r>
          </a:p>
          <a:p>
            <a:pPr>
              <a:spcBef>
                <a:spcPts val="900"/>
              </a:spcBef>
              <a:defRPr/>
            </a:pPr>
            <a:r>
              <a:rPr lang="en-US" sz="2800" b="1" dirty="0">
                <a:solidFill>
                  <a:srgbClr val="002060"/>
                </a:solidFill>
              </a:rPr>
              <a:t>2. r4_uni ( s1, s2 ).</a:t>
            </a:r>
          </a:p>
          <a:p>
            <a:pPr>
              <a:spcBef>
                <a:spcPts val="900"/>
              </a:spcBef>
              <a:defRPr/>
            </a:pPr>
            <a:r>
              <a:rPr lang="en-US" sz="2800" b="1" dirty="0">
                <a:solidFill>
                  <a:srgbClr val="002060"/>
                </a:solidFill>
              </a:rPr>
              <a:t>3. r8_random ( s1, s2, s3 ).</a:t>
            </a:r>
          </a:p>
          <a:p>
            <a:pPr>
              <a:spcBef>
                <a:spcPts val="900"/>
              </a:spcBef>
              <a:defRPr/>
            </a:pPr>
            <a:r>
              <a:rPr lang="en-US" sz="2800" b="1" dirty="0">
                <a:solidFill>
                  <a:srgbClr val="002060"/>
                </a:solidFill>
              </a:rPr>
              <a:t>4. r8_uni ( s1, s2 ).</a:t>
            </a:r>
          </a:p>
          <a:p>
            <a:pPr>
              <a:spcBef>
                <a:spcPts val="900"/>
              </a:spcBef>
              <a:defRPr/>
            </a:pPr>
            <a:r>
              <a:rPr lang="en-US" sz="2800" b="1" dirty="0">
                <a:solidFill>
                  <a:srgbClr val="002060"/>
                </a:solidFill>
              </a:rPr>
              <a:t>5. r4_uniform_01 ( s ).</a:t>
            </a:r>
          </a:p>
          <a:p>
            <a:pPr>
              <a:spcBef>
                <a:spcPts val="900"/>
              </a:spcBef>
              <a:defRPr/>
            </a:pPr>
            <a:r>
              <a:rPr lang="en-US" sz="2800" b="1" dirty="0">
                <a:solidFill>
                  <a:srgbClr val="002060"/>
                </a:solidFill>
              </a:rPr>
              <a:t>6. r8_uniform_01 ( s ). </a:t>
            </a:r>
          </a:p>
          <a:p>
            <a:pPr>
              <a:spcBef>
                <a:spcPts val="900"/>
              </a:spcBef>
              <a:defRPr/>
            </a:pPr>
            <a:r>
              <a:rPr lang="en-US" sz="2800" b="1" dirty="0">
                <a:solidFill>
                  <a:srgbClr val="002060"/>
                </a:solidFill>
              </a:rPr>
              <a:t>7. r8_uniform_02 ( s ).</a:t>
            </a:r>
          </a:p>
          <a:p>
            <a:pPr>
              <a:spcBef>
                <a:spcPts val="900"/>
              </a:spcBef>
              <a:defRPr/>
            </a:pPr>
            <a:r>
              <a:rPr lang="en-US" sz="2800" b="1" dirty="0">
                <a:solidFill>
                  <a:srgbClr val="002060"/>
                </a:solidFill>
              </a:rPr>
              <a:t>8. ranC( s ).</a:t>
            </a:r>
          </a:p>
          <a:p>
            <a:pPr>
              <a:spcBef>
                <a:spcPts val="900"/>
              </a:spcBef>
              <a:defRPr/>
            </a:pPr>
            <a:r>
              <a:rPr lang="en-US" sz="2800" b="1" dirty="0">
                <a:solidFill>
                  <a:srgbClr val="002060"/>
                </a:solidFill>
              </a:rPr>
              <a:t>9. ranE( s ) </a:t>
            </a:r>
            <a:endParaRPr lang="en-US" sz="2800" b="1" dirty="0" smtClean="0">
              <a:solidFill>
                <a:srgbClr val="002060"/>
              </a:solidFill>
            </a:endParaRPr>
          </a:p>
          <a:p>
            <a:pPr>
              <a:spcBef>
                <a:spcPts val="900"/>
              </a:spcBef>
              <a:defRPr/>
            </a:pPr>
            <a:endParaRPr lang="en-US" sz="2800" b="1" dirty="0" smtClean="0">
              <a:solidFill>
                <a:srgbClr val="C00000"/>
              </a:solidFill>
            </a:endParaRPr>
          </a:p>
          <a:p>
            <a:pPr>
              <a:spcBef>
                <a:spcPts val="900"/>
              </a:spcBef>
              <a:defRPr/>
            </a:pPr>
            <a:r>
              <a:rPr lang="en-US" sz="2800" b="1" dirty="0">
                <a:solidFill>
                  <a:schemeClr val="tx1">
                    <a:lumMod val="75000"/>
                    <a:lumOff val="25000"/>
                  </a:schemeClr>
                </a:solidFill>
              </a:rPr>
              <a:t>Figure.1 Random number generating functions with time for 100 million random </a:t>
            </a:r>
            <a:r>
              <a:rPr lang="en-US" sz="2800" b="1" dirty="0" smtClean="0">
                <a:solidFill>
                  <a:schemeClr val="tx1">
                    <a:lumMod val="75000"/>
                    <a:lumOff val="25000"/>
                  </a:schemeClr>
                </a:solidFill>
              </a:rPr>
              <a:t>numbers generation</a:t>
            </a:r>
            <a:endParaRPr lang="en-US" sz="2800" b="1" dirty="0">
              <a:solidFill>
                <a:schemeClr val="tx1">
                  <a:lumMod val="75000"/>
                  <a:lumOff val="25000"/>
                </a:schemeClr>
              </a:solidFill>
            </a:endParaRPr>
          </a:p>
        </p:txBody>
      </p:sp>
      <p:pic>
        <p:nvPicPr>
          <p:cNvPr id="67" name="Picture 3"/>
          <p:cNvPicPr>
            <a:picLocks noChangeAspect="1"/>
          </p:cNvPicPr>
          <p:nvPr/>
        </p:nvPicPr>
        <p:blipFill rotWithShape="1">
          <a:blip r:embed="rId6">
            <a:clrChange>
              <a:clrFrom>
                <a:srgbClr val="FFFFFF"/>
              </a:clrFrom>
              <a:clrTo>
                <a:srgbClr val="FFFFFF">
                  <a:alpha val="0"/>
                </a:srgbClr>
              </a:clrTo>
            </a:clrChange>
            <a:duotone>
              <a:schemeClr val="accent1">
                <a:shade val="45000"/>
                <a:satMod val="135000"/>
              </a:schemeClr>
              <a:prstClr val="white"/>
            </a:duotone>
            <a:extLst>
              <a:ext uri="{28A0092B-C50C-407E-A947-70E740481C1C}">
                <a14:useLocalDpi xmlns:a14="http://schemas.microsoft.com/office/drawing/2010/main" val="0"/>
              </a:ext>
            </a:extLst>
          </a:blip>
          <a:srcRect r="4527" b="13346"/>
          <a:stretch/>
        </p:blipFill>
        <p:spPr bwMode="auto">
          <a:xfrm>
            <a:off x="5105587" y="28585122"/>
            <a:ext cx="4228642" cy="48237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 name="Picture 67"/>
          <p:cNvPicPr>
            <a:picLocks noChangeAspect="1"/>
          </p:cNvPicPr>
          <p:nvPr/>
        </p:nvPicPr>
        <p:blipFill>
          <a:blip r:embed="rId7"/>
          <a:stretch>
            <a:fillRect/>
          </a:stretch>
        </p:blipFill>
        <p:spPr>
          <a:xfrm>
            <a:off x="5091695" y="33404650"/>
            <a:ext cx="4210050" cy="742950"/>
          </a:xfrm>
          <a:prstGeom prst="rect">
            <a:avLst/>
          </a:prstGeom>
        </p:spPr>
      </p:pic>
      <mc:AlternateContent xmlns:mc="http://schemas.openxmlformats.org/markup-compatibility/2006" xmlns:a14="http://schemas.microsoft.com/office/drawing/2010/main">
        <mc:Choice Requires="a14">
          <p:sp>
            <p:nvSpPr>
              <p:cNvPr id="21" name="TextBox 20"/>
              <p:cNvSpPr txBox="1"/>
              <p:nvPr/>
            </p:nvSpPr>
            <p:spPr>
              <a:xfrm>
                <a:off x="10428834" y="8552533"/>
                <a:ext cx="8071909" cy="6690165"/>
              </a:xfrm>
              <a:prstGeom prst="rect">
                <a:avLst/>
              </a:prstGeom>
              <a:noFill/>
            </p:spPr>
            <p:txBody>
              <a:bodyPr wrap="square" rtlCol="0">
                <a:spAutoFit/>
              </a:bodyPr>
              <a:lstStyle/>
              <a:p>
                <a:pPr algn="just"/>
                <a:r>
                  <a:rPr lang="en-US" sz="2800" dirty="0" smtClean="0"/>
                  <a:t>Monte Carlo technique known to take considerable amount of CPU time compared to the other methods. To reduce the CPU time, this method is programmed on machines with multiple processors. .The random number generator for these machines  to be of the form:</a:t>
                </a:r>
                <a:endParaRPr lang="en-US" sz="2800" dirty="0"/>
              </a:p>
              <a:p>
                <a:pPr algn="just"/>
                <a:r>
                  <a:rPr lang="en-US" sz="2800" dirty="0"/>
                  <a:t>      </a:t>
                </a:r>
              </a:p>
              <a:p>
                <a:pPr/>
                <a14:m>
                  <m:oMathPara xmlns:m="http://schemas.openxmlformats.org/officeDocument/2006/math">
                    <m:oMathParaPr>
                      <m:jc m:val="centerGroup"/>
                    </m:oMathParaPr>
                    <m:oMath xmlns:m="http://schemas.openxmlformats.org/officeDocument/2006/math">
                      <m:sSub>
                        <m:sSubPr>
                          <m:ctrlPr>
                            <a:rPr lang="en-US" sz="2800" b="1" i="1">
                              <a:latin typeface="Cambria Math" panose="02040503050406030204" pitchFamily="18" charset="0"/>
                            </a:rPr>
                          </m:ctrlPr>
                        </m:sSubPr>
                        <m:e>
                          <m:r>
                            <a:rPr lang="en-US" sz="2800" b="1" i="1">
                              <a:latin typeface="Cambria Math" panose="02040503050406030204" pitchFamily="18" charset="0"/>
                            </a:rPr>
                            <m:t>𝛏</m:t>
                          </m:r>
                        </m:e>
                        <m:sub>
                          <m:r>
                            <a:rPr lang="en-US" sz="2800" b="1" i="1">
                              <a:latin typeface="Cambria Math" panose="02040503050406030204" pitchFamily="18" charset="0"/>
                            </a:rPr>
                            <m:t>𝐢</m:t>
                          </m:r>
                          <m:r>
                            <a:rPr lang="en-US" sz="2800" b="1">
                              <a:latin typeface="Cambria Math" panose="02040503050406030204" pitchFamily="18" charset="0"/>
                            </a:rPr>
                            <m:t>+</m:t>
                          </m:r>
                          <m:r>
                            <a:rPr lang="en-US" sz="2800" b="1" i="1">
                              <a:latin typeface="Cambria Math" panose="02040503050406030204" pitchFamily="18" charset="0"/>
                            </a:rPr>
                            <m:t>𝐤</m:t>
                          </m:r>
                          <m:r>
                            <a:rPr lang="en-US" sz="2800" b="1">
                              <a:latin typeface="Cambria Math" panose="02040503050406030204" pitchFamily="18" charset="0"/>
                            </a:rPr>
                            <m:t> </m:t>
                          </m:r>
                        </m:sub>
                      </m:sSub>
                      <m:r>
                        <a:rPr lang="en-US" sz="2800" b="1">
                          <a:latin typeface="Cambria Math" panose="02040503050406030204" pitchFamily="18" charset="0"/>
                        </a:rPr>
                        <m:t>= </m:t>
                      </m:r>
                      <m:sSup>
                        <m:sSupPr>
                          <m:ctrlPr>
                            <a:rPr lang="en-US" sz="2800" b="1" i="1">
                              <a:latin typeface="Cambria Math" panose="02040503050406030204" pitchFamily="18" charset="0"/>
                            </a:rPr>
                          </m:ctrlPr>
                        </m:sSupPr>
                        <m:e>
                          <m:r>
                            <a:rPr lang="en-US" sz="2800" b="1" i="1">
                              <a:latin typeface="Cambria Math" panose="02040503050406030204" pitchFamily="18" charset="0"/>
                            </a:rPr>
                            <m:t>𝐠</m:t>
                          </m:r>
                        </m:e>
                        <m:sup>
                          <m:r>
                            <a:rPr lang="en-US" sz="2800" b="1" i="1">
                              <a:latin typeface="Cambria Math" panose="02040503050406030204" pitchFamily="18" charset="0"/>
                            </a:rPr>
                            <m:t>𝐤</m:t>
                          </m:r>
                        </m:sup>
                      </m:sSup>
                      <m:sSub>
                        <m:sSubPr>
                          <m:ctrlPr>
                            <a:rPr lang="en-US" sz="2800" b="1" i="1">
                              <a:latin typeface="Cambria Math" panose="02040503050406030204" pitchFamily="18" charset="0"/>
                            </a:rPr>
                          </m:ctrlPr>
                        </m:sSubPr>
                        <m:e>
                          <m:r>
                            <a:rPr lang="en-US" sz="2800" b="1" i="1">
                              <a:latin typeface="Cambria Math" panose="02040503050406030204" pitchFamily="18" charset="0"/>
                            </a:rPr>
                            <m:t>𝛏</m:t>
                          </m:r>
                        </m:e>
                        <m:sub>
                          <m:r>
                            <a:rPr lang="en-US" sz="2800" b="1" i="1">
                              <a:latin typeface="Cambria Math" panose="02040503050406030204" pitchFamily="18" charset="0"/>
                            </a:rPr>
                            <m:t>𝐢</m:t>
                          </m:r>
                        </m:sub>
                      </m:sSub>
                      <m:r>
                        <a:rPr lang="en-US" sz="2800" b="1">
                          <a:latin typeface="Cambria Math" panose="02040503050406030204" pitchFamily="18" charset="0"/>
                        </a:rPr>
                        <m:t>+</m:t>
                      </m:r>
                      <m:r>
                        <a:rPr lang="en-US" sz="2800" b="1" i="1">
                          <a:latin typeface="Cambria Math" panose="02040503050406030204" pitchFamily="18" charset="0"/>
                        </a:rPr>
                        <m:t>𝐜</m:t>
                      </m:r>
                      <m:r>
                        <a:rPr lang="en-US" sz="2800" b="1">
                          <a:latin typeface="Cambria Math" panose="02040503050406030204" pitchFamily="18" charset="0"/>
                        </a:rPr>
                        <m:t> </m:t>
                      </m:r>
                      <m:f>
                        <m:fPr>
                          <m:ctrlPr>
                            <a:rPr lang="en-US" sz="2800" b="1" i="1">
                              <a:latin typeface="Cambria Math" panose="02040503050406030204" pitchFamily="18" charset="0"/>
                            </a:rPr>
                          </m:ctrlPr>
                        </m:fPr>
                        <m:num>
                          <m:sSup>
                            <m:sSupPr>
                              <m:ctrlPr>
                                <a:rPr lang="en-US" sz="2800" b="1" i="1">
                                  <a:latin typeface="Cambria Math" panose="02040503050406030204" pitchFamily="18" charset="0"/>
                                </a:rPr>
                              </m:ctrlPr>
                            </m:sSupPr>
                            <m:e>
                              <m:r>
                                <a:rPr lang="en-US" sz="2800" b="1" i="1">
                                  <a:latin typeface="Cambria Math" panose="02040503050406030204" pitchFamily="18" charset="0"/>
                                </a:rPr>
                                <m:t>𝐠</m:t>
                              </m:r>
                            </m:e>
                            <m:sup>
                              <m:r>
                                <a:rPr lang="en-US" sz="2800" b="1" i="1">
                                  <a:latin typeface="Cambria Math" panose="02040503050406030204" pitchFamily="18" charset="0"/>
                                </a:rPr>
                                <m:t>𝐤</m:t>
                              </m:r>
                            </m:sup>
                          </m:sSup>
                          <m:r>
                            <a:rPr lang="en-US" sz="2800" b="1" i="1">
                              <a:latin typeface="Cambria Math" panose="02040503050406030204" pitchFamily="18" charset="0"/>
                            </a:rPr>
                            <m:t>−</m:t>
                          </m:r>
                          <m:r>
                            <a:rPr lang="en-US" sz="2800" b="1" i="1">
                              <a:latin typeface="Cambria Math" panose="02040503050406030204" pitchFamily="18" charset="0"/>
                            </a:rPr>
                            <m:t>𝟏</m:t>
                          </m:r>
                        </m:num>
                        <m:den>
                          <m:r>
                            <a:rPr lang="en-US" sz="2800" b="1" i="1">
                              <a:latin typeface="Cambria Math" panose="02040503050406030204" pitchFamily="18" charset="0"/>
                            </a:rPr>
                            <m:t>𝐠</m:t>
                          </m:r>
                          <m:r>
                            <a:rPr lang="en-US" sz="2800" b="1" i="1">
                              <a:latin typeface="Cambria Math" panose="02040503050406030204" pitchFamily="18" charset="0"/>
                            </a:rPr>
                            <m:t>−</m:t>
                          </m:r>
                          <m:r>
                            <a:rPr lang="en-US" sz="2800" b="1" i="1">
                              <a:latin typeface="Cambria Math" panose="02040503050406030204" pitchFamily="18" charset="0"/>
                            </a:rPr>
                            <m:t>𝟏</m:t>
                          </m:r>
                        </m:den>
                      </m:f>
                      <m:r>
                        <a:rPr lang="en-US" sz="2800" b="1">
                          <a:latin typeface="Cambria Math" panose="02040503050406030204" pitchFamily="18" charset="0"/>
                        </a:rPr>
                        <m:t> </m:t>
                      </m:r>
                      <m:r>
                        <a:rPr lang="en-US" sz="2800" b="1" i="1">
                          <a:latin typeface="Cambria Math" panose="02040503050406030204" pitchFamily="18" charset="0"/>
                        </a:rPr>
                        <m:t>𝐦𝐨𝐝</m:t>
                      </m:r>
                      <m:r>
                        <a:rPr lang="en-US" sz="2800" b="1">
                          <a:latin typeface="Cambria Math" panose="02040503050406030204" pitchFamily="18" charset="0"/>
                        </a:rPr>
                        <m:t> </m:t>
                      </m:r>
                      <m:r>
                        <a:rPr lang="en-US" sz="2800" b="1" i="1">
                          <a:latin typeface="Cambria Math" panose="02040503050406030204" pitchFamily="18" charset="0"/>
                        </a:rPr>
                        <m:t>𝐌</m:t>
                      </m:r>
                    </m:oMath>
                  </m:oMathPara>
                </a14:m>
                <a:endParaRPr lang="en-US" sz="2800" dirty="0"/>
              </a:p>
              <a:p>
                <a:endParaRPr lang="en-US" sz="2800" dirty="0"/>
              </a:p>
              <a:p>
                <a:r>
                  <a:rPr lang="en-US" sz="2800" b="1" dirty="0"/>
                  <a:t>              Where </a:t>
                </a:r>
              </a:p>
              <a:p>
                <a:pPr>
                  <a:spcAft>
                    <a:spcPts val="135"/>
                  </a:spcAft>
                </a:pPr>
                <a:r>
                  <a:rPr lang="en-US" sz="2800" b="1" dirty="0"/>
                  <a:t>                      </a:t>
                </a:r>
                <a14:m>
                  <m:oMath xmlns:m="http://schemas.openxmlformats.org/officeDocument/2006/math">
                    <m:sSub>
                      <m:sSubPr>
                        <m:ctrlPr>
                          <a:rPr lang="en-US" sz="2800" b="1" i="1">
                            <a:latin typeface="Cambria Math" panose="02040503050406030204" pitchFamily="18" charset="0"/>
                          </a:rPr>
                        </m:ctrlPr>
                      </m:sSubPr>
                      <m:e>
                        <m:r>
                          <a:rPr lang="en-US" sz="2800" b="1" i="1">
                            <a:latin typeface="Cambria Math" panose="02040503050406030204" pitchFamily="18" charset="0"/>
                          </a:rPr>
                          <m:t>𝛏</m:t>
                        </m:r>
                      </m:e>
                      <m:sub>
                        <m:r>
                          <a:rPr lang="en-US" sz="2800" b="1" i="1">
                            <a:latin typeface="Cambria Math" panose="02040503050406030204" pitchFamily="18" charset="0"/>
                          </a:rPr>
                          <m:t>𝐢</m:t>
                        </m:r>
                        <m:r>
                          <a:rPr lang="en-US" sz="2800" b="1">
                            <a:latin typeface="Cambria Math" panose="02040503050406030204" pitchFamily="18" charset="0"/>
                          </a:rPr>
                          <m:t>+</m:t>
                        </m:r>
                        <m:r>
                          <a:rPr lang="en-US" sz="2800" b="1" i="1">
                            <a:latin typeface="Cambria Math" panose="02040503050406030204" pitchFamily="18" charset="0"/>
                          </a:rPr>
                          <m:t>𝐤</m:t>
                        </m:r>
                        <m:r>
                          <a:rPr lang="en-US" sz="2800" b="1">
                            <a:latin typeface="Cambria Math" panose="02040503050406030204" pitchFamily="18" charset="0"/>
                          </a:rPr>
                          <m:t> </m:t>
                        </m:r>
                      </m:sub>
                    </m:sSub>
                  </m:oMath>
                </a14:m>
                <a:r>
                  <a:rPr lang="en-US" sz="2800" b="1" dirty="0"/>
                  <a:t> is </a:t>
                </a:r>
                <a:r>
                  <a:rPr lang="en-US" sz="2800" dirty="0"/>
                  <a:t>i+k </a:t>
                </a:r>
                <a:r>
                  <a:rPr lang="en-US" sz="2800" baseline="30000" dirty="0"/>
                  <a:t>th</a:t>
                </a:r>
                <a:r>
                  <a:rPr lang="en-US" sz="2800" dirty="0"/>
                  <a:t> random number,</a:t>
                </a:r>
              </a:p>
              <a:p>
                <a:pPr>
                  <a:spcAft>
                    <a:spcPts val="135"/>
                  </a:spcAft>
                </a:pPr>
                <a:r>
                  <a:rPr lang="en-US" sz="2800" dirty="0"/>
                  <a:t>                      i and k are integers,</a:t>
                </a:r>
              </a:p>
              <a:p>
                <a:pPr>
                  <a:spcAft>
                    <a:spcPts val="135"/>
                  </a:spcAft>
                </a:pPr>
                <a:r>
                  <a:rPr lang="en-US" sz="2800" dirty="0"/>
                  <a:t>                      g is the multiplier,  </a:t>
                </a:r>
              </a:p>
              <a:p>
                <a:pPr>
                  <a:spcAft>
                    <a:spcPts val="135"/>
                  </a:spcAft>
                </a:pPr>
                <a:r>
                  <a:rPr lang="en-US" sz="2800" dirty="0"/>
                  <a:t>                      c is the additive term</a:t>
                </a:r>
                <a:r>
                  <a:rPr lang="en-US" sz="2800" dirty="0" smtClean="0"/>
                  <a:t>.</a:t>
                </a:r>
                <a:endParaRPr lang="en-US" sz="2800" dirty="0"/>
              </a:p>
            </p:txBody>
          </p:sp>
        </mc:Choice>
        <mc:Fallback xmlns="">
          <p:sp>
            <p:nvSpPr>
              <p:cNvPr id="21" name="TextBox 20"/>
              <p:cNvSpPr txBox="1">
                <a:spLocks noRot="1" noChangeAspect="1" noMove="1" noResize="1" noEditPoints="1" noAdjustHandles="1" noChangeArrowheads="1" noChangeShapeType="1" noTextEdit="1"/>
              </p:cNvSpPr>
              <p:nvPr/>
            </p:nvSpPr>
            <p:spPr>
              <a:xfrm>
                <a:off x="10428834" y="8552533"/>
                <a:ext cx="8071909" cy="6690165"/>
              </a:xfrm>
              <a:prstGeom prst="rect">
                <a:avLst/>
              </a:prstGeom>
              <a:blipFill rotWithShape="0">
                <a:blip r:embed="rId8"/>
                <a:stretch>
                  <a:fillRect l="-1586" t="-912" r="-1511" b="-1641"/>
                </a:stretch>
              </a:blipFill>
            </p:spPr>
            <p:txBody>
              <a:bodyPr/>
              <a:lstStyle/>
              <a:p>
                <a:r>
                  <a:rPr lang="en-US">
                    <a:noFill/>
                  </a:rPr>
                  <a:t> </a:t>
                </a:r>
              </a:p>
            </p:txBody>
          </p:sp>
        </mc:Fallback>
      </mc:AlternateContent>
    </p:spTree>
    <p:extLst>
      <p:ext uri="{BB962C8B-B14F-4D97-AF65-F5344CB8AC3E}">
        <p14:creationId xmlns:p14="http://schemas.microsoft.com/office/powerpoint/2010/main" val="3815665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2"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440</TotalTime>
  <Words>1082</Words>
  <Application>Microsoft Office PowerPoint</Application>
  <PresentationFormat>Custom</PresentationFormat>
  <Paragraphs>138</Paragraphs>
  <Slides>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宋体</vt:lpstr>
      <vt:lpstr>Aharoni</vt:lpstr>
      <vt:lpstr>Arial</vt:lpstr>
      <vt:lpstr>Calibri</vt:lpstr>
      <vt:lpstr>Calibri Light</vt:lpstr>
      <vt:lpstr>Cambria Math</vt:lpstr>
      <vt:lpstr>Times New Roman</vt:lpstr>
      <vt:lpstr>Office Theme</vt:lpstr>
      <vt:lpstr>IARPIC-2018 (4) Advances in Monte Carlo methods in Radiation Transport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sacc</dc:creator>
  <cp:lastModifiedBy>sacc</cp:lastModifiedBy>
  <cp:revision>38</cp:revision>
  <dcterms:created xsi:type="dcterms:W3CDTF">2018-01-03T11:32:29Z</dcterms:created>
  <dcterms:modified xsi:type="dcterms:W3CDTF">2018-01-05T04:19:38Z</dcterms:modified>
</cp:coreProperties>
</file>